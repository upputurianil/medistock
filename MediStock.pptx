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82" r:id="rId5"/>
    <p:sldId id="283" r:id="rId6"/>
    <p:sldId id="284" r:id="rId7"/>
    <p:sldId id="285" r:id="rId8"/>
    <p:sldId id="286" r:id="rId9"/>
    <p:sldId id="288" r:id="rId10"/>
    <p:sldId id="289" r:id="rId11"/>
    <p:sldId id="259" r:id="rId12"/>
    <p:sldId id="260" r:id="rId13"/>
    <p:sldId id="294" r:id="rId14"/>
    <p:sldId id="261" r:id="rId15"/>
    <p:sldId id="264" r:id="rId16"/>
    <p:sldId id="262" r:id="rId17"/>
    <p:sldId id="263" r:id="rId18"/>
    <p:sldId id="290" r:id="rId19"/>
    <p:sldId id="291" r:id="rId20"/>
    <p:sldId id="292" r:id="rId21"/>
    <p:sldId id="293" r:id="rId22"/>
    <p:sldId id="265" r:id="rId23"/>
    <p:sldId id="266" r:id="rId24"/>
    <p:sldId id="267" r:id="rId25"/>
    <p:sldId id="268" r:id="rId26"/>
    <p:sldId id="269" r:id="rId27"/>
  </p:sldIdLst>
  <p:sldSz cx="18288000" cy="10287000"/>
  <p:notesSz cx="6858000" cy="9144000"/>
  <p:embeddedFontLst>
    <p:embeddedFont>
      <p:font typeface="Arimo" panose="020B0604020202020204" charset="0"/>
      <p:regular r:id="rId29"/>
      <p:bold r:id="rId30"/>
      <p:italic r:id="rId31"/>
      <p:boldItalic r:id="rId32"/>
    </p:embeddedFont>
    <p:embeddedFont>
      <p:font typeface="Bricolage Grotesque" panose="020B0604020202020204" charset="0"/>
      <p:bold r:id="rId33"/>
    </p:embeddedFont>
    <p:embeddedFont>
      <p:font typeface="Bricolage Grotesque SemiBold" panose="020B0604020202020204" charset="0"/>
      <p:regular r:id="rId34"/>
      <p:bold r:id="rId35"/>
    </p:embeddedFont>
    <p:embeddedFont>
      <p:font typeface="Times" panose="02020603050405020304" pitchFamily="18" charset="0"/>
      <p:regular r:id="rId36"/>
      <p:bold r:id="rId37"/>
      <p:italic r:id="rId38"/>
      <p:boldItalic r:id="rId39"/>
    </p:embeddedFont>
    <p:embeddedFont>
      <p:font typeface="Trochut" panose="020B0604020202020204" charset="0"/>
      <p:regular r:id="rId40"/>
      <p:bold r:id="rId41"/>
      <p: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jIag3UzWnSG1OqD8DEzcqGxpMF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38B8AC-FB9F-4FAE-9593-CE0C1B87322D}" v="3" dt="2026-09-19T08:23:02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customschemas.google.com/relationships/presentationmetadata" Target="meta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ursupriya123@gmail.com" userId="70d4c0d6277d6a69" providerId="LiveId" clId="{FF652571-11BD-4227-94A6-F7F63A8431AD}"/>
    <pc:docChg chg="custSel modSld">
      <pc:chgData name="chandursupriya123@gmail.com" userId="70d4c0d6277d6a69" providerId="LiveId" clId="{FF652571-11BD-4227-94A6-F7F63A8431AD}" dt="2026-09-19T14:27:17.444" v="21" actId="1076"/>
      <pc:docMkLst>
        <pc:docMk/>
      </pc:docMkLst>
      <pc:sldChg chg="addSp delSp modSp mod">
        <pc:chgData name="chandursupriya123@gmail.com" userId="70d4c0d6277d6a69" providerId="LiveId" clId="{FF652571-11BD-4227-94A6-F7F63A8431AD}" dt="2026-09-19T14:27:17.444" v="21" actId="1076"/>
        <pc:sldMkLst>
          <pc:docMk/>
          <pc:sldMk cId="0" sldId="267"/>
        </pc:sldMkLst>
        <pc:spChg chg="add del mod">
          <ac:chgData name="chandursupriya123@gmail.com" userId="70d4c0d6277d6a69" providerId="LiveId" clId="{FF652571-11BD-4227-94A6-F7F63A8431AD}" dt="2026-09-19T08:23:03.950" v="4"/>
          <ac:spMkLst>
            <pc:docMk/>
            <pc:sldMk cId="0" sldId="267"/>
            <ac:spMk id="2" creationId="{311C2F2D-6E03-7D77-C602-4F1C9EA738E5}"/>
          </ac:spMkLst>
        </pc:spChg>
        <pc:spChg chg="mod">
          <ac:chgData name="chandursupriya123@gmail.com" userId="70d4c0d6277d6a69" providerId="LiveId" clId="{FF652571-11BD-4227-94A6-F7F63A8431AD}" dt="2026-09-19T14:27:17.444" v="21" actId="1076"/>
          <ac:spMkLst>
            <pc:docMk/>
            <pc:sldMk cId="0" sldId="267"/>
            <ac:spMk id="3" creationId="{1F829604-B12E-A8AE-CC3D-0FBF5AF30784}"/>
          </ac:spMkLst>
        </pc:spChg>
      </pc:sldChg>
      <pc:sldChg chg="addSp delSp modSp mod">
        <pc:chgData name="chandursupriya123@gmail.com" userId="70d4c0d6277d6a69" providerId="LiveId" clId="{FF652571-11BD-4227-94A6-F7F63A8431AD}" dt="2026-09-19T14:26:47.633" v="20" actId="1076"/>
        <pc:sldMkLst>
          <pc:docMk/>
          <pc:sldMk cId="2343585122" sldId="294"/>
        </pc:sldMkLst>
        <pc:spChg chg="mod">
          <ac:chgData name="chandursupriya123@gmail.com" userId="70d4c0d6277d6a69" providerId="LiveId" clId="{FF652571-11BD-4227-94A6-F7F63A8431AD}" dt="2026-09-19T14:26:47.633" v="20" actId="1076"/>
          <ac:spMkLst>
            <pc:docMk/>
            <pc:sldMk cId="2343585122" sldId="294"/>
            <ac:spMk id="10" creationId="{1803BCEA-4AF6-51E3-4990-443E3241E15A}"/>
          </ac:spMkLst>
        </pc:spChg>
        <pc:picChg chg="add mod">
          <ac:chgData name="chandursupriya123@gmail.com" userId="70d4c0d6277d6a69" providerId="LiveId" clId="{FF652571-11BD-4227-94A6-F7F63A8431AD}" dt="2026-09-19T14:26:29.898" v="19" actId="14100"/>
          <ac:picMkLst>
            <pc:docMk/>
            <pc:sldMk cId="2343585122" sldId="294"/>
            <ac:picMk id="3" creationId="{62573369-E33C-302E-4FB8-7665BD94A5AE}"/>
          </ac:picMkLst>
        </pc:picChg>
        <pc:picChg chg="del">
          <ac:chgData name="chandursupriya123@gmail.com" userId="70d4c0d6277d6a69" providerId="LiveId" clId="{FF652571-11BD-4227-94A6-F7F63A8431AD}" dt="2026-09-19T14:24:42.663" v="7" actId="21"/>
          <ac:picMkLst>
            <pc:docMk/>
            <pc:sldMk cId="2343585122" sldId="294"/>
            <ac:picMk id="9" creationId="{7E06F016-E2B5-D4D9-181E-DA9467ED007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DF2A5399-64A8-8132-A9EE-A6174644A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>
            <a:extLst>
              <a:ext uri="{FF2B5EF4-FFF2-40B4-BE49-F238E27FC236}">
                <a16:creationId xmlns:a16="http://schemas.microsoft.com/office/drawing/2014/main" id="{D6F99D5D-2D02-4B8F-10CA-048CB1D313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>
            <a:extLst>
              <a:ext uri="{FF2B5EF4-FFF2-40B4-BE49-F238E27FC236}">
                <a16:creationId xmlns:a16="http://schemas.microsoft.com/office/drawing/2014/main" id="{331102E0-A5A9-5333-E6ED-BF64AE5B1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924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1A758689-66DE-7D24-2364-A650F09CB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>
            <a:extLst>
              <a:ext uri="{FF2B5EF4-FFF2-40B4-BE49-F238E27FC236}">
                <a16:creationId xmlns:a16="http://schemas.microsoft.com/office/drawing/2014/main" id="{E839F01F-3F7E-7DFE-DC6D-5BF7B02EB6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>
            <a:extLst>
              <a:ext uri="{FF2B5EF4-FFF2-40B4-BE49-F238E27FC236}">
                <a16:creationId xmlns:a16="http://schemas.microsoft.com/office/drawing/2014/main" id="{2237AF82-E8CF-B2B4-C9D3-4AC964B354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441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5C5F623D-C9E5-0B54-52D7-51B227C34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>
            <a:extLst>
              <a:ext uri="{FF2B5EF4-FFF2-40B4-BE49-F238E27FC236}">
                <a16:creationId xmlns:a16="http://schemas.microsoft.com/office/drawing/2014/main" id="{4442C786-6BD0-788F-9D4A-04280E0AB7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>
            <a:extLst>
              <a:ext uri="{FF2B5EF4-FFF2-40B4-BE49-F238E27FC236}">
                <a16:creationId xmlns:a16="http://schemas.microsoft.com/office/drawing/2014/main" id="{5C278D6D-6909-B1DD-DABB-624880ACD9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003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2F7BC4EC-1F2B-6917-4F77-947286FF3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>
            <a:extLst>
              <a:ext uri="{FF2B5EF4-FFF2-40B4-BE49-F238E27FC236}">
                <a16:creationId xmlns:a16="http://schemas.microsoft.com/office/drawing/2014/main" id="{FD4AE42C-76AB-F624-89A4-D03F0AC46B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>
            <a:extLst>
              <a:ext uri="{FF2B5EF4-FFF2-40B4-BE49-F238E27FC236}">
                <a16:creationId xmlns:a16="http://schemas.microsoft.com/office/drawing/2014/main" id="{9A10F619-9ACD-48C4-AC0E-25F8EDD983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404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5367B1BC-7173-6428-C56A-7D565824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>
            <a:extLst>
              <a:ext uri="{FF2B5EF4-FFF2-40B4-BE49-F238E27FC236}">
                <a16:creationId xmlns:a16="http://schemas.microsoft.com/office/drawing/2014/main" id="{72569477-32AF-4136-923B-CD760295E8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>
            <a:extLst>
              <a:ext uri="{FF2B5EF4-FFF2-40B4-BE49-F238E27FC236}">
                <a16:creationId xmlns:a16="http://schemas.microsoft.com/office/drawing/2014/main" id="{B3CA687F-8D38-2B57-0202-EFA8F1DA6D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88B76FD7-9740-0030-DAB1-C995B06D6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>
            <a:extLst>
              <a:ext uri="{FF2B5EF4-FFF2-40B4-BE49-F238E27FC236}">
                <a16:creationId xmlns:a16="http://schemas.microsoft.com/office/drawing/2014/main" id="{E55F3047-4D5A-C61C-AF2F-B2A9BA1E73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>
            <a:extLst>
              <a:ext uri="{FF2B5EF4-FFF2-40B4-BE49-F238E27FC236}">
                <a16:creationId xmlns:a16="http://schemas.microsoft.com/office/drawing/2014/main" id="{EE418675-9BC0-09E7-4ABA-381F16B993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496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78F999F1-94E3-4B50-5212-8E177BE8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>
            <a:extLst>
              <a:ext uri="{FF2B5EF4-FFF2-40B4-BE49-F238E27FC236}">
                <a16:creationId xmlns:a16="http://schemas.microsoft.com/office/drawing/2014/main" id="{7E8F3476-A80E-C32F-C09B-D259E8B3E2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>
            <a:extLst>
              <a:ext uri="{FF2B5EF4-FFF2-40B4-BE49-F238E27FC236}">
                <a16:creationId xmlns:a16="http://schemas.microsoft.com/office/drawing/2014/main" id="{190F9030-1C05-689C-AE91-F922D4A042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249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1CC88297-E235-BE94-13A7-5C57061F7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>
            <a:extLst>
              <a:ext uri="{FF2B5EF4-FFF2-40B4-BE49-F238E27FC236}">
                <a16:creationId xmlns:a16="http://schemas.microsoft.com/office/drawing/2014/main" id="{D8D814FE-B86E-6A35-BC55-97211D99E8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>
            <a:extLst>
              <a:ext uri="{FF2B5EF4-FFF2-40B4-BE49-F238E27FC236}">
                <a16:creationId xmlns:a16="http://schemas.microsoft.com/office/drawing/2014/main" id="{A64D4C13-80BC-1EA5-11F2-88339D4F45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3215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9486B9A9-F252-18FC-7CC0-05DA1BD1A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>
            <a:extLst>
              <a:ext uri="{FF2B5EF4-FFF2-40B4-BE49-F238E27FC236}">
                <a16:creationId xmlns:a16="http://schemas.microsoft.com/office/drawing/2014/main" id="{EEA2D6A2-0805-653B-A22E-7D6E199447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>
            <a:extLst>
              <a:ext uri="{FF2B5EF4-FFF2-40B4-BE49-F238E27FC236}">
                <a16:creationId xmlns:a16="http://schemas.microsoft.com/office/drawing/2014/main" id="{C6AEE0DB-AE96-6742-E1EA-B1B6639CF6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9735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AA57A021-A048-8692-D1F6-FFB89C38A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>
            <a:extLst>
              <a:ext uri="{FF2B5EF4-FFF2-40B4-BE49-F238E27FC236}">
                <a16:creationId xmlns:a16="http://schemas.microsoft.com/office/drawing/2014/main" id="{56073A12-8093-0C17-06D4-D9B3785921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>
            <a:extLst>
              <a:ext uri="{FF2B5EF4-FFF2-40B4-BE49-F238E27FC236}">
                <a16:creationId xmlns:a16="http://schemas.microsoft.com/office/drawing/2014/main" id="{09887832-BCCC-A531-7445-78FD970A0D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1828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3F871E50-4F60-6219-113D-30F2CB33E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>
            <a:extLst>
              <a:ext uri="{FF2B5EF4-FFF2-40B4-BE49-F238E27FC236}">
                <a16:creationId xmlns:a16="http://schemas.microsoft.com/office/drawing/2014/main" id="{533D5DAD-EF21-2FF6-2AFF-07537D0369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>
            <a:extLst>
              <a:ext uri="{FF2B5EF4-FFF2-40B4-BE49-F238E27FC236}">
                <a16:creationId xmlns:a16="http://schemas.microsoft.com/office/drawing/2014/main" id="{C005B644-1EFD-0D78-DEE0-0586106C49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6204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612438C7-6034-6CE0-40B8-B0A76C931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>
            <a:extLst>
              <a:ext uri="{FF2B5EF4-FFF2-40B4-BE49-F238E27FC236}">
                <a16:creationId xmlns:a16="http://schemas.microsoft.com/office/drawing/2014/main" id="{7D7D07CD-BE00-BCC6-436B-00E2CFCFAD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>
            <a:extLst>
              <a:ext uri="{FF2B5EF4-FFF2-40B4-BE49-F238E27FC236}">
                <a16:creationId xmlns:a16="http://schemas.microsoft.com/office/drawing/2014/main" id="{13E7D1B0-325B-CCCC-20B2-A06455CE4F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4150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k7EpoDi8cXpbXP86h3MRU2nQAyO9_sjS/view?usp=sharing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88125">
            <a:off x="541928" y="1028700"/>
            <a:ext cx="18931100" cy="8983668"/>
          </a:xfrm>
          <a:custGeom>
            <a:avLst/>
            <a:gdLst/>
            <a:ahLst/>
            <a:cxnLst/>
            <a:rect l="l" t="t" r="r" b="b"/>
            <a:pathLst>
              <a:path w="18931100" h="8983668" extrusionOk="0">
                <a:moveTo>
                  <a:pt x="0" y="0"/>
                </a:moveTo>
                <a:lnTo>
                  <a:pt x="18931101" y="0"/>
                </a:lnTo>
                <a:lnTo>
                  <a:pt x="18931101" y="8983668"/>
                </a:lnTo>
                <a:lnTo>
                  <a:pt x="0" y="8983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8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86" name="Google Shape;86;p1"/>
          <p:cNvGrpSpPr/>
          <p:nvPr/>
        </p:nvGrpSpPr>
        <p:grpSpPr>
          <a:xfrm rot="10800000">
            <a:off x="-863878" y="8163903"/>
            <a:ext cx="3520785" cy="2549555"/>
            <a:chOff x="-103522" y="1331637"/>
            <a:chExt cx="4694380" cy="3399406"/>
          </a:xfrm>
        </p:grpSpPr>
        <p:grpSp>
          <p:nvGrpSpPr>
            <p:cNvPr id="87" name="Google Shape;87;p1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88" name="Google Shape;88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D4F59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" name="Google Shape;91;p1"/>
            <p:cNvSpPr/>
            <p:nvPr/>
          </p:nvSpPr>
          <p:spPr>
            <a:xfrm rot="18900000">
              <a:off x="119378" y="1331637"/>
              <a:ext cx="4471480" cy="1702128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0A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287003" y="3282871"/>
            <a:ext cx="10528637" cy="3501190"/>
            <a:chOff x="107953" y="93233"/>
            <a:chExt cx="14038183" cy="4668254"/>
          </a:xfrm>
        </p:grpSpPr>
        <p:sp>
          <p:nvSpPr>
            <p:cNvPr id="95" name="Google Shape;95;p1"/>
            <p:cNvSpPr txBox="1"/>
            <p:nvPr/>
          </p:nvSpPr>
          <p:spPr>
            <a:xfrm>
              <a:off x="107953" y="93233"/>
              <a:ext cx="14038183" cy="29150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8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99" b="0" i="0" u="none" strike="noStrike" cap="none" dirty="0">
                  <a:solidFill>
                    <a:srgbClr val="B0AFD3"/>
                  </a:solidFill>
                  <a:latin typeface="Trochut"/>
                  <a:ea typeface="Trochut"/>
                  <a:cs typeface="Trochut"/>
                  <a:sym typeface="Trochut"/>
                </a:rPr>
                <a:t>MEDISTOCK </a:t>
              </a:r>
              <a:endParaRPr lang="en-US" dirty="0"/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107953" y="2518137"/>
              <a:ext cx="13742123" cy="2243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5" dirty="0">
                  <a:solidFill>
                    <a:srgbClr val="FFFFFF"/>
                  </a:solidFill>
                </a:rPr>
                <a:t> MEDICAL INVENTORY </a:t>
              </a:r>
            </a:p>
            <a:p>
              <a:pPr marL="0" marR="0" lvl="0" indent="0" algn="l" rtl="0">
                <a:lnSpc>
                  <a:spcPct val="12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5" dirty="0">
                  <a:solidFill>
                    <a:srgbClr val="FFFFFF"/>
                  </a:solidFill>
                </a:rPr>
                <a:t> MANAGEMENT PLATFORM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FE890AB-48BF-82B9-B9E6-EE60FAE32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0698" y="33488"/>
            <a:ext cx="8657302" cy="102535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"/>
          <p:cNvGrpSpPr/>
          <p:nvPr/>
        </p:nvGrpSpPr>
        <p:grpSpPr>
          <a:xfrm>
            <a:off x="9485138" y="6746441"/>
            <a:ext cx="4012988" cy="2449588"/>
            <a:chOff x="-3951" y="-1"/>
            <a:chExt cx="5350651" cy="2770407"/>
          </a:xfrm>
        </p:grpSpPr>
        <p:sp>
          <p:nvSpPr>
            <p:cNvPr id="102" name="Google Shape;102;p2"/>
            <p:cNvSpPr txBox="1"/>
            <p:nvPr/>
          </p:nvSpPr>
          <p:spPr>
            <a:xfrm>
              <a:off x="-3951" y="-1"/>
              <a:ext cx="5346700" cy="27704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 dirty="0">
                  <a:solidFill>
                    <a:schemeClr val="bg1">
                      <a:lumMod val="85000"/>
                    </a:schemeClr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   React</a:t>
              </a:r>
              <a:r>
                <a:rPr lang="en-US" sz="2400" b="1" dirty="0">
                  <a:solidFill>
                    <a:schemeClr val="bg1">
                      <a:lumMod val="85000"/>
                    </a:schemeClr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.JS</a:t>
              </a:r>
            </a:p>
            <a:p>
              <a:pPr lvl="0" algn="ctr">
                <a:lnSpc>
                  <a:spcPct val="150000"/>
                </a:lnSpc>
              </a:pPr>
              <a:endParaRPr lang="en-IN" sz="2000" dirty="0">
                <a:solidFill>
                  <a:schemeClr val="bg1">
                    <a:lumMod val="85000"/>
                  </a:schemeClr>
                </a:solidFill>
              </a:endParaRPr>
            </a:p>
            <a:p>
              <a:pPr lvl="0" algn="ctr">
                <a:lnSpc>
                  <a:spcPct val="150000"/>
                </a:lnSpc>
              </a:pPr>
              <a:r>
                <a:rPr lang="en-IN" sz="2000" dirty="0">
                  <a:solidFill>
                    <a:schemeClr val="bg1">
                      <a:lumMod val="85000"/>
                    </a:schemeClr>
                  </a:solidFill>
                </a:rPr>
                <a:t>Builds a dynamic and interactive user interface for the Medi Stock application.</a:t>
              </a:r>
              <a:endParaRPr sz="200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628652"/>
              <a:ext cx="5346700" cy="3729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4985177" y="6746441"/>
            <a:ext cx="4010025" cy="2400657"/>
            <a:chOff x="0" y="0"/>
            <a:chExt cx="5346700" cy="2701766"/>
          </a:xfrm>
        </p:grpSpPr>
        <p:sp>
          <p:nvSpPr>
            <p:cNvPr id="105" name="Google Shape;105;p2"/>
            <p:cNvSpPr txBox="1"/>
            <p:nvPr/>
          </p:nvSpPr>
          <p:spPr>
            <a:xfrm>
              <a:off x="0" y="0"/>
              <a:ext cx="5346700" cy="27017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chemeClr val="bg1">
                      <a:lumMod val="85000"/>
                    </a:schemeClr>
                  </a:solidFill>
                  <a:latin typeface="+mn-lt"/>
                  <a:sym typeface="Bricolage Grotesque"/>
                </a:rPr>
                <a:t>Java | Spring Boot</a:t>
              </a:r>
            </a:p>
            <a:p>
              <a:pPr lvl="0" algn="ctr">
                <a:lnSpc>
                  <a:spcPct val="150000"/>
                </a:lnSpc>
              </a:pPr>
              <a:endParaRPr lang="en-IN" sz="2000" dirty="0">
                <a:solidFill>
                  <a:schemeClr val="bg1">
                    <a:lumMod val="85000"/>
                  </a:schemeClr>
                </a:solidFill>
                <a:latin typeface="+mn-lt"/>
              </a:endParaRPr>
            </a:p>
            <a:p>
              <a:pPr lvl="0" algn="ctr">
                <a:lnSpc>
                  <a:spcPct val="150000"/>
                </a:lnSpc>
              </a:pPr>
              <a:r>
                <a:rPr lang="en-IN" sz="2000" dirty="0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Manages backend logic and connects the application with the database.</a:t>
              </a:r>
              <a:endParaRPr sz="2000" dirty="0">
                <a:solidFill>
                  <a:schemeClr val="bg1">
                    <a:lumMod val="85000"/>
                  </a:schemeClr>
                </a:solidFill>
                <a:latin typeface="+mn-lt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628650"/>
              <a:ext cx="5346700" cy="4676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0000"/>
                </a:lnSpc>
              </a:pPr>
              <a:endParaRPr sz="1800" dirty="0">
                <a:solidFill>
                  <a:schemeClr val="bg1">
                    <a:lumMod val="85000"/>
                  </a:schemeClr>
                </a:solidFill>
                <a:latin typeface="+mn-lt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384602" y="6746440"/>
            <a:ext cx="4010025" cy="2400657"/>
            <a:chOff x="0" y="0"/>
            <a:chExt cx="5346700" cy="2558752"/>
          </a:xfrm>
        </p:grpSpPr>
        <p:sp>
          <p:nvSpPr>
            <p:cNvPr id="108" name="Google Shape;108;p2"/>
            <p:cNvSpPr txBox="1"/>
            <p:nvPr/>
          </p:nvSpPr>
          <p:spPr>
            <a:xfrm>
              <a:off x="0" y="0"/>
              <a:ext cx="5346700" cy="2558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chemeClr val="bg1">
                      <a:lumMod val="85000"/>
                    </a:schemeClr>
                  </a:solidFill>
                  <a:latin typeface="+mn-lt"/>
                  <a:sym typeface="Bricolage Grotesque"/>
                </a:rPr>
                <a:t>MySQL</a:t>
              </a:r>
            </a:p>
            <a:p>
              <a:pPr lvl="0" algn="ctr">
                <a:lnSpc>
                  <a:spcPct val="150000"/>
                </a:lnSpc>
              </a:pPr>
              <a:endParaRPr lang="en-IN" sz="2000" dirty="0">
                <a:solidFill>
                  <a:schemeClr val="bg1">
                    <a:lumMod val="85000"/>
                  </a:schemeClr>
                </a:solidFill>
              </a:endParaRPr>
            </a:p>
            <a:p>
              <a:pPr lvl="0" algn="ctr">
                <a:lnSpc>
                  <a:spcPct val="150000"/>
                </a:lnSpc>
              </a:pPr>
              <a:r>
                <a:rPr lang="en-IN" sz="2000" dirty="0">
                  <a:solidFill>
                    <a:schemeClr val="bg1">
                      <a:lumMod val="85000"/>
                    </a:schemeClr>
                  </a:solidFill>
                </a:rPr>
                <a:t>Ensures secure and organized management of medical inventory records.</a:t>
              </a:r>
              <a:endParaRPr lang="en-US" sz="2000" b="1" dirty="0">
                <a:solidFill>
                  <a:schemeClr val="bg1">
                    <a:lumMod val="85000"/>
                  </a:schemeClr>
                </a:solidFill>
                <a:latin typeface="+mn-lt"/>
                <a:sym typeface="Bricolage Grotesque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628651"/>
              <a:ext cx="5346700" cy="4920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0000"/>
                </a:lnSpc>
              </a:pPr>
              <a:endParaRPr sz="2000" dirty="0">
                <a:solidFill>
                  <a:schemeClr val="bg1">
                    <a:lumMod val="95000"/>
                  </a:schemeClr>
                </a:solidFill>
                <a:latin typeface="+mn-lt"/>
              </a:endParaRPr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536402" y="669925"/>
            <a:ext cx="16954500" cy="2154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0" i="0" u="none" strike="noStrike" cap="none" dirty="0">
                <a:solidFill>
                  <a:srgbClr val="D2EEFF"/>
                </a:solidFill>
                <a:latin typeface="Times"/>
                <a:ea typeface="Times"/>
                <a:cs typeface="Times"/>
                <a:sym typeface="Times"/>
              </a:rPr>
              <a:t>Technology Stack: </a:t>
            </a:r>
            <a:r>
              <a:rPr lang="en-US" sz="6999" dirty="0">
                <a:solidFill>
                  <a:srgbClr val="D2EEFF"/>
                </a:solidFill>
                <a:latin typeface="Times"/>
                <a:ea typeface="Times"/>
                <a:cs typeface="Times"/>
                <a:sym typeface="Times"/>
              </a:rPr>
              <a:t>Java Full Stack Technologies</a:t>
            </a:r>
            <a:endParaRPr dirty="0"/>
          </a:p>
        </p:txBody>
      </p:sp>
      <p:sp>
        <p:nvSpPr>
          <p:cNvPr id="113" name="Google Shape;113;p2"/>
          <p:cNvSpPr/>
          <p:nvPr/>
        </p:nvSpPr>
        <p:spPr>
          <a:xfrm>
            <a:off x="9488100" y="3352800"/>
            <a:ext cx="4199085" cy="2709147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37570" y="0"/>
                </a:moveTo>
                <a:lnTo>
                  <a:pt x="1593519" y="0"/>
                </a:lnTo>
                <a:cubicBezTo>
                  <a:pt x="1614268" y="0"/>
                  <a:pt x="1631088" y="16821"/>
                  <a:pt x="1631088" y="37570"/>
                </a:cubicBezTo>
                <a:lnTo>
                  <a:pt x="1631088" y="1034614"/>
                </a:lnTo>
                <a:cubicBezTo>
                  <a:pt x="1631088" y="1044578"/>
                  <a:pt x="1627130" y="1054134"/>
                  <a:pt x="1620085" y="1061180"/>
                </a:cubicBezTo>
                <a:cubicBezTo>
                  <a:pt x="1613039" y="1068226"/>
                  <a:pt x="1603483" y="1072184"/>
                  <a:pt x="1593519" y="1072184"/>
                </a:cubicBezTo>
                <a:lnTo>
                  <a:pt x="37570" y="1072184"/>
                </a:lnTo>
                <a:cubicBezTo>
                  <a:pt x="27606" y="1072184"/>
                  <a:pt x="18050" y="1068226"/>
                  <a:pt x="11004" y="1061180"/>
                </a:cubicBezTo>
                <a:cubicBezTo>
                  <a:pt x="3958" y="1054134"/>
                  <a:pt x="0" y="1044578"/>
                  <a:pt x="0" y="1034614"/>
                </a:cubicBezTo>
                <a:lnTo>
                  <a:pt x="0" y="37570"/>
                </a:lnTo>
                <a:cubicBezTo>
                  <a:pt x="0" y="27606"/>
                  <a:pt x="3958" y="18050"/>
                  <a:pt x="11004" y="11004"/>
                </a:cubicBezTo>
                <a:cubicBezTo>
                  <a:pt x="18050" y="3958"/>
                  <a:pt x="27606" y="0"/>
                  <a:pt x="3757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2"/>
          <p:cNvGrpSpPr/>
          <p:nvPr/>
        </p:nvGrpSpPr>
        <p:grpSpPr>
          <a:xfrm>
            <a:off x="13982740" y="6746441"/>
            <a:ext cx="4112998" cy="2772754"/>
            <a:chOff x="-137297" y="0"/>
            <a:chExt cx="5483997" cy="2984239"/>
          </a:xfrm>
        </p:grpSpPr>
        <p:sp>
          <p:nvSpPr>
            <p:cNvPr id="116" name="Google Shape;116;p2"/>
            <p:cNvSpPr txBox="1"/>
            <p:nvPr/>
          </p:nvSpPr>
          <p:spPr>
            <a:xfrm>
              <a:off x="0" y="0"/>
              <a:ext cx="5346700" cy="29842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dirty="0">
                  <a:solidFill>
                    <a:schemeClr val="bg1">
                      <a:lumMod val="85000"/>
                    </a:schemeClr>
                  </a:solidFill>
                  <a:latin typeface="Bricolage Grotesque"/>
                  <a:sym typeface="Bricolage Grotesque"/>
                </a:rPr>
                <a:t>Postman</a:t>
              </a:r>
            </a:p>
            <a:p>
              <a:pPr algn="ctr">
                <a:lnSpc>
                  <a:spcPct val="150000"/>
                </a:lnSpc>
              </a:pPr>
              <a:endParaRPr lang="en-IN" sz="2000" dirty="0">
                <a:solidFill>
                  <a:schemeClr val="bg1">
                    <a:lumMod val="85000"/>
                  </a:schemeClr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en-IN" sz="2000" dirty="0">
                  <a:solidFill>
                    <a:schemeClr val="bg1">
                      <a:lumMod val="85000"/>
                    </a:schemeClr>
                  </a:solidFill>
                </a:rPr>
                <a:t>Enables testing and validation of REST APIs and backend responses. </a:t>
              </a:r>
            </a:p>
            <a:p>
              <a:pPr algn="ctr">
                <a:lnSpc>
                  <a:spcPct val="150000"/>
                </a:lnSpc>
              </a:pPr>
              <a:endParaRPr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-137297" y="749740"/>
              <a:ext cx="5346700" cy="5058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>
                <a:lnSpc>
                  <a:spcPct val="150000"/>
                </a:lnSpc>
              </a:pPr>
              <a:endParaRPr sz="20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118" name="Google Shape;118;p2"/>
          <p:cNvSpPr/>
          <p:nvPr/>
        </p:nvSpPr>
        <p:spPr>
          <a:xfrm>
            <a:off x="15237143" y="4067175"/>
            <a:ext cx="803910" cy="1054418"/>
          </a:xfrm>
          <a:custGeom>
            <a:avLst/>
            <a:gdLst/>
            <a:ahLst/>
            <a:cxnLst/>
            <a:rect l="l" t="t" r="r" b="b"/>
            <a:pathLst>
              <a:path w="1071880" h="1405890" extrusionOk="0">
                <a:moveTo>
                  <a:pt x="410210" y="889000"/>
                </a:moveTo>
                <a:cubicBezTo>
                  <a:pt x="341630" y="880110"/>
                  <a:pt x="336550" y="925830"/>
                  <a:pt x="314960" y="955040"/>
                </a:cubicBezTo>
                <a:cubicBezTo>
                  <a:pt x="285750" y="995680"/>
                  <a:pt x="241300" y="1066800"/>
                  <a:pt x="191770" y="1084580"/>
                </a:cubicBezTo>
                <a:cubicBezTo>
                  <a:pt x="146050" y="1102360"/>
                  <a:pt x="62230" y="1098550"/>
                  <a:pt x="33020" y="1071880"/>
                </a:cubicBezTo>
                <a:cubicBezTo>
                  <a:pt x="6350" y="1049020"/>
                  <a:pt x="11430" y="991870"/>
                  <a:pt x="7620" y="955040"/>
                </a:cubicBezTo>
                <a:cubicBezTo>
                  <a:pt x="3810" y="924560"/>
                  <a:pt x="0" y="902970"/>
                  <a:pt x="6350" y="868680"/>
                </a:cubicBezTo>
                <a:cubicBezTo>
                  <a:pt x="17780" y="816610"/>
                  <a:pt x="63500" y="751840"/>
                  <a:pt x="96520" y="675640"/>
                </a:cubicBezTo>
                <a:cubicBezTo>
                  <a:pt x="143510" y="563880"/>
                  <a:pt x="198120" y="379730"/>
                  <a:pt x="254000" y="265430"/>
                </a:cubicBezTo>
                <a:cubicBezTo>
                  <a:pt x="298450" y="175260"/>
                  <a:pt x="360680" y="71120"/>
                  <a:pt x="392430" y="34290"/>
                </a:cubicBezTo>
                <a:cubicBezTo>
                  <a:pt x="403860" y="21590"/>
                  <a:pt x="408940" y="15240"/>
                  <a:pt x="420370" y="11430"/>
                </a:cubicBezTo>
                <a:cubicBezTo>
                  <a:pt x="435610" y="5080"/>
                  <a:pt x="458470" y="0"/>
                  <a:pt x="476250" y="6350"/>
                </a:cubicBezTo>
                <a:cubicBezTo>
                  <a:pt x="495300" y="12700"/>
                  <a:pt x="521970" y="35560"/>
                  <a:pt x="528320" y="55880"/>
                </a:cubicBezTo>
                <a:cubicBezTo>
                  <a:pt x="534670" y="76200"/>
                  <a:pt x="516890" y="101600"/>
                  <a:pt x="516890" y="127000"/>
                </a:cubicBezTo>
                <a:cubicBezTo>
                  <a:pt x="518160" y="157480"/>
                  <a:pt x="537210" y="185420"/>
                  <a:pt x="539750" y="227330"/>
                </a:cubicBezTo>
                <a:cubicBezTo>
                  <a:pt x="543560" y="293370"/>
                  <a:pt x="524510" y="394970"/>
                  <a:pt x="511810" y="483870"/>
                </a:cubicBezTo>
                <a:cubicBezTo>
                  <a:pt x="497840" y="579120"/>
                  <a:pt x="466090" y="666750"/>
                  <a:pt x="455930" y="781050"/>
                </a:cubicBezTo>
                <a:cubicBezTo>
                  <a:pt x="440690" y="932180"/>
                  <a:pt x="468630" y="1230630"/>
                  <a:pt x="452120" y="1313180"/>
                </a:cubicBezTo>
                <a:cubicBezTo>
                  <a:pt x="448310" y="1339850"/>
                  <a:pt x="443230" y="1351280"/>
                  <a:pt x="433070" y="1362710"/>
                </a:cubicBezTo>
                <a:cubicBezTo>
                  <a:pt x="425450" y="1372870"/>
                  <a:pt x="416560" y="1380490"/>
                  <a:pt x="403860" y="1384300"/>
                </a:cubicBezTo>
                <a:cubicBezTo>
                  <a:pt x="388620" y="1388110"/>
                  <a:pt x="364490" y="1388110"/>
                  <a:pt x="350520" y="1384300"/>
                </a:cubicBezTo>
                <a:cubicBezTo>
                  <a:pt x="337820" y="1380490"/>
                  <a:pt x="328930" y="1372870"/>
                  <a:pt x="321310" y="1362710"/>
                </a:cubicBezTo>
                <a:cubicBezTo>
                  <a:pt x="311150" y="1351280"/>
                  <a:pt x="306070" y="1338580"/>
                  <a:pt x="302260" y="1313180"/>
                </a:cubicBezTo>
                <a:cubicBezTo>
                  <a:pt x="289560" y="1247140"/>
                  <a:pt x="290830" y="1035050"/>
                  <a:pt x="303530" y="944880"/>
                </a:cubicBezTo>
                <a:cubicBezTo>
                  <a:pt x="311150" y="890270"/>
                  <a:pt x="330200" y="866140"/>
                  <a:pt x="341630" y="815340"/>
                </a:cubicBezTo>
                <a:cubicBezTo>
                  <a:pt x="356870" y="746760"/>
                  <a:pt x="372110" y="646430"/>
                  <a:pt x="379730" y="566420"/>
                </a:cubicBezTo>
                <a:cubicBezTo>
                  <a:pt x="387350" y="492760"/>
                  <a:pt x="392430" y="355600"/>
                  <a:pt x="388620" y="355600"/>
                </a:cubicBezTo>
                <a:cubicBezTo>
                  <a:pt x="386080" y="355600"/>
                  <a:pt x="383540" y="410210"/>
                  <a:pt x="373380" y="450850"/>
                </a:cubicBezTo>
                <a:cubicBezTo>
                  <a:pt x="354330" y="528320"/>
                  <a:pt x="273050" y="692150"/>
                  <a:pt x="257810" y="774700"/>
                </a:cubicBezTo>
                <a:cubicBezTo>
                  <a:pt x="248920" y="824230"/>
                  <a:pt x="247650" y="894080"/>
                  <a:pt x="254000" y="895350"/>
                </a:cubicBezTo>
                <a:cubicBezTo>
                  <a:pt x="259080" y="896620"/>
                  <a:pt x="271780" y="830580"/>
                  <a:pt x="290830" y="792480"/>
                </a:cubicBezTo>
                <a:cubicBezTo>
                  <a:pt x="314960" y="742950"/>
                  <a:pt x="367030" y="685800"/>
                  <a:pt x="397510" y="627380"/>
                </a:cubicBezTo>
                <a:cubicBezTo>
                  <a:pt x="427990" y="567690"/>
                  <a:pt x="447040" y="483870"/>
                  <a:pt x="472440" y="435610"/>
                </a:cubicBezTo>
                <a:cubicBezTo>
                  <a:pt x="490220" y="402590"/>
                  <a:pt x="506730" y="374650"/>
                  <a:pt x="524510" y="359410"/>
                </a:cubicBezTo>
                <a:cubicBezTo>
                  <a:pt x="535940" y="349250"/>
                  <a:pt x="546100" y="344170"/>
                  <a:pt x="560070" y="342900"/>
                </a:cubicBezTo>
                <a:cubicBezTo>
                  <a:pt x="576580" y="340360"/>
                  <a:pt x="600710" y="342900"/>
                  <a:pt x="617220" y="353060"/>
                </a:cubicBezTo>
                <a:cubicBezTo>
                  <a:pt x="635000" y="364490"/>
                  <a:pt x="654050" y="389890"/>
                  <a:pt x="656590" y="417830"/>
                </a:cubicBezTo>
                <a:cubicBezTo>
                  <a:pt x="660400" y="461010"/>
                  <a:pt x="594360" y="542290"/>
                  <a:pt x="581660" y="594360"/>
                </a:cubicBezTo>
                <a:cubicBezTo>
                  <a:pt x="572770" y="633730"/>
                  <a:pt x="586740" y="661670"/>
                  <a:pt x="576580" y="699770"/>
                </a:cubicBezTo>
                <a:cubicBezTo>
                  <a:pt x="563880" y="750570"/>
                  <a:pt x="509270" y="807720"/>
                  <a:pt x="492760" y="867410"/>
                </a:cubicBezTo>
                <a:cubicBezTo>
                  <a:pt x="476250" y="929640"/>
                  <a:pt x="497840" y="1026160"/>
                  <a:pt x="478790" y="1064260"/>
                </a:cubicBezTo>
                <a:cubicBezTo>
                  <a:pt x="468630" y="1085850"/>
                  <a:pt x="449580" y="1096010"/>
                  <a:pt x="434340" y="1102360"/>
                </a:cubicBezTo>
                <a:cubicBezTo>
                  <a:pt x="421640" y="1108710"/>
                  <a:pt x="408940" y="1109980"/>
                  <a:pt x="394970" y="1107440"/>
                </a:cubicBezTo>
                <a:cubicBezTo>
                  <a:pt x="379730" y="1103630"/>
                  <a:pt x="355600" y="1093470"/>
                  <a:pt x="344170" y="1079500"/>
                </a:cubicBezTo>
                <a:cubicBezTo>
                  <a:pt x="332740" y="1065530"/>
                  <a:pt x="322580" y="1043940"/>
                  <a:pt x="323850" y="1024890"/>
                </a:cubicBezTo>
                <a:cubicBezTo>
                  <a:pt x="326390" y="998220"/>
                  <a:pt x="365760" y="966470"/>
                  <a:pt x="374650" y="935990"/>
                </a:cubicBezTo>
                <a:cubicBezTo>
                  <a:pt x="382270" y="906780"/>
                  <a:pt x="373380" y="877570"/>
                  <a:pt x="377190" y="845820"/>
                </a:cubicBezTo>
                <a:cubicBezTo>
                  <a:pt x="382270" y="811530"/>
                  <a:pt x="389890" y="773430"/>
                  <a:pt x="402590" y="736600"/>
                </a:cubicBezTo>
                <a:cubicBezTo>
                  <a:pt x="416560" y="697230"/>
                  <a:pt x="445770" y="664210"/>
                  <a:pt x="458470" y="617220"/>
                </a:cubicBezTo>
                <a:cubicBezTo>
                  <a:pt x="474980" y="556260"/>
                  <a:pt x="454660" y="438150"/>
                  <a:pt x="480060" y="396240"/>
                </a:cubicBezTo>
                <a:cubicBezTo>
                  <a:pt x="495300" y="370840"/>
                  <a:pt x="521970" y="355600"/>
                  <a:pt x="543560" y="354330"/>
                </a:cubicBezTo>
                <a:cubicBezTo>
                  <a:pt x="566420" y="351790"/>
                  <a:pt x="599440" y="367030"/>
                  <a:pt x="614680" y="382270"/>
                </a:cubicBezTo>
                <a:cubicBezTo>
                  <a:pt x="627380" y="396240"/>
                  <a:pt x="628650" y="407670"/>
                  <a:pt x="633730" y="436880"/>
                </a:cubicBezTo>
                <a:cubicBezTo>
                  <a:pt x="652780" y="544830"/>
                  <a:pt x="671830" y="1107440"/>
                  <a:pt x="631190" y="1215390"/>
                </a:cubicBezTo>
                <a:cubicBezTo>
                  <a:pt x="618490" y="1248410"/>
                  <a:pt x="601980" y="1262380"/>
                  <a:pt x="580390" y="1271270"/>
                </a:cubicBezTo>
                <a:cubicBezTo>
                  <a:pt x="560070" y="1278890"/>
                  <a:pt x="524510" y="1273810"/>
                  <a:pt x="506730" y="1262380"/>
                </a:cubicBezTo>
                <a:cubicBezTo>
                  <a:pt x="488950" y="1249680"/>
                  <a:pt x="472440" y="1226820"/>
                  <a:pt x="472440" y="1195070"/>
                </a:cubicBezTo>
                <a:cubicBezTo>
                  <a:pt x="469900" y="1123950"/>
                  <a:pt x="589280" y="956310"/>
                  <a:pt x="633730" y="839470"/>
                </a:cubicBezTo>
                <a:cubicBezTo>
                  <a:pt x="674370" y="731520"/>
                  <a:pt x="697230" y="607060"/>
                  <a:pt x="730250" y="519430"/>
                </a:cubicBezTo>
                <a:cubicBezTo>
                  <a:pt x="754380" y="454660"/>
                  <a:pt x="781050" y="383540"/>
                  <a:pt x="805180" y="354330"/>
                </a:cubicBezTo>
                <a:cubicBezTo>
                  <a:pt x="815340" y="341630"/>
                  <a:pt x="822960" y="336550"/>
                  <a:pt x="835660" y="332740"/>
                </a:cubicBezTo>
                <a:cubicBezTo>
                  <a:pt x="850900" y="327660"/>
                  <a:pt x="875030" y="325120"/>
                  <a:pt x="891540" y="331470"/>
                </a:cubicBezTo>
                <a:cubicBezTo>
                  <a:pt x="908050" y="337820"/>
                  <a:pt x="925830" y="354330"/>
                  <a:pt x="934720" y="368300"/>
                </a:cubicBezTo>
                <a:cubicBezTo>
                  <a:pt x="941070" y="378460"/>
                  <a:pt x="944880" y="386080"/>
                  <a:pt x="943610" y="403860"/>
                </a:cubicBezTo>
                <a:cubicBezTo>
                  <a:pt x="943610" y="458470"/>
                  <a:pt x="868680" y="640080"/>
                  <a:pt x="852170" y="722630"/>
                </a:cubicBezTo>
                <a:cubicBezTo>
                  <a:pt x="842010" y="773430"/>
                  <a:pt x="840740" y="803910"/>
                  <a:pt x="836930" y="849630"/>
                </a:cubicBezTo>
                <a:cubicBezTo>
                  <a:pt x="833120" y="900430"/>
                  <a:pt x="825500" y="955040"/>
                  <a:pt x="833120" y="1014730"/>
                </a:cubicBezTo>
                <a:cubicBezTo>
                  <a:pt x="843280" y="1084580"/>
                  <a:pt x="911860" y="1191260"/>
                  <a:pt x="901700" y="1240790"/>
                </a:cubicBezTo>
                <a:cubicBezTo>
                  <a:pt x="895350" y="1270000"/>
                  <a:pt x="859790" y="1304290"/>
                  <a:pt x="849630" y="1299210"/>
                </a:cubicBezTo>
                <a:cubicBezTo>
                  <a:pt x="829310" y="1290320"/>
                  <a:pt x="873760" y="1096010"/>
                  <a:pt x="881380" y="971550"/>
                </a:cubicBezTo>
                <a:cubicBezTo>
                  <a:pt x="890270" y="808990"/>
                  <a:pt x="850900" y="486410"/>
                  <a:pt x="892810" y="408940"/>
                </a:cubicBezTo>
                <a:cubicBezTo>
                  <a:pt x="908050" y="381000"/>
                  <a:pt x="932180" y="372110"/>
                  <a:pt x="952500" y="368300"/>
                </a:cubicBezTo>
                <a:cubicBezTo>
                  <a:pt x="970280" y="364490"/>
                  <a:pt x="991870" y="373380"/>
                  <a:pt x="1005840" y="381000"/>
                </a:cubicBezTo>
                <a:cubicBezTo>
                  <a:pt x="1016000" y="388620"/>
                  <a:pt x="1023620" y="393700"/>
                  <a:pt x="1029970" y="408940"/>
                </a:cubicBezTo>
                <a:cubicBezTo>
                  <a:pt x="1045210" y="447040"/>
                  <a:pt x="1028700" y="584200"/>
                  <a:pt x="1040130" y="638810"/>
                </a:cubicBezTo>
                <a:cubicBezTo>
                  <a:pt x="1047750" y="670560"/>
                  <a:pt x="1066800" y="690880"/>
                  <a:pt x="1069340" y="713740"/>
                </a:cubicBezTo>
                <a:cubicBezTo>
                  <a:pt x="1071880" y="731520"/>
                  <a:pt x="1069340" y="749300"/>
                  <a:pt x="1061720" y="763270"/>
                </a:cubicBezTo>
                <a:cubicBezTo>
                  <a:pt x="1054100" y="778510"/>
                  <a:pt x="1038860" y="792480"/>
                  <a:pt x="1024890" y="798830"/>
                </a:cubicBezTo>
                <a:cubicBezTo>
                  <a:pt x="1009650" y="806450"/>
                  <a:pt x="990600" y="810260"/>
                  <a:pt x="974090" y="805180"/>
                </a:cubicBezTo>
                <a:cubicBezTo>
                  <a:pt x="953770" y="798830"/>
                  <a:pt x="925830" y="775970"/>
                  <a:pt x="916940" y="756920"/>
                </a:cubicBezTo>
                <a:cubicBezTo>
                  <a:pt x="909320" y="741680"/>
                  <a:pt x="908050" y="721360"/>
                  <a:pt x="913130" y="706120"/>
                </a:cubicBezTo>
                <a:cubicBezTo>
                  <a:pt x="920750" y="685800"/>
                  <a:pt x="943610" y="657860"/>
                  <a:pt x="965200" y="651510"/>
                </a:cubicBezTo>
                <a:cubicBezTo>
                  <a:pt x="985520" y="643890"/>
                  <a:pt x="1021080" y="648970"/>
                  <a:pt x="1038860" y="662940"/>
                </a:cubicBezTo>
                <a:cubicBezTo>
                  <a:pt x="1056640" y="675640"/>
                  <a:pt x="1069340" y="709930"/>
                  <a:pt x="1070610" y="730250"/>
                </a:cubicBezTo>
                <a:cubicBezTo>
                  <a:pt x="1070610" y="748030"/>
                  <a:pt x="1062990" y="765810"/>
                  <a:pt x="1051560" y="778510"/>
                </a:cubicBezTo>
                <a:cubicBezTo>
                  <a:pt x="1041400" y="789940"/>
                  <a:pt x="1023620" y="801370"/>
                  <a:pt x="1008380" y="805180"/>
                </a:cubicBezTo>
                <a:cubicBezTo>
                  <a:pt x="993140" y="807720"/>
                  <a:pt x="972820" y="806450"/>
                  <a:pt x="957580" y="800100"/>
                </a:cubicBezTo>
                <a:cubicBezTo>
                  <a:pt x="942340" y="792480"/>
                  <a:pt x="930910" y="782320"/>
                  <a:pt x="920750" y="764540"/>
                </a:cubicBezTo>
                <a:cubicBezTo>
                  <a:pt x="902970" y="736600"/>
                  <a:pt x="889000" y="687070"/>
                  <a:pt x="882650" y="638810"/>
                </a:cubicBezTo>
                <a:cubicBezTo>
                  <a:pt x="875030" y="574040"/>
                  <a:pt x="872490" y="450850"/>
                  <a:pt x="892810" y="408940"/>
                </a:cubicBezTo>
                <a:cubicBezTo>
                  <a:pt x="902970" y="388620"/>
                  <a:pt x="919480" y="379730"/>
                  <a:pt x="933450" y="372110"/>
                </a:cubicBezTo>
                <a:cubicBezTo>
                  <a:pt x="946150" y="367030"/>
                  <a:pt x="958850" y="367030"/>
                  <a:pt x="970280" y="368300"/>
                </a:cubicBezTo>
                <a:cubicBezTo>
                  <a:pt x="982980" y="369570"/>
                  <a:pt x="995680" y="373380"/>
                  <a:pt x="1005840" y="381000"/>
                </a:cubicBezTo>
                <a:cubicBezTo>
                  <a:pt x="1017270" y="391160"/>
                  <a:pt x="1028700" y="401320"/>
                  <a:pt x="1036320" y="426720"/>
                </a:cubicBezTo>
                <a:cubicBezTo>
                  <a:pt x="1061720" y="506730"/>
                  <a:pt x="1045210" y="825500"/>
                  <a:pt x="1037590" y="979170"/>
                </a:cubicBezTo>
                <a:cubicBezTo>
                  <a:pt x="1031240" y="1090930"/>
                  <a:pt x="1022350" y="1195070"/>
                  <a:pt x="1007110" y="1266190"/>
                </a:cubicBezTo>
                <a:cubicBezTo>
                  <a:pt x="998220" y="1310640"/>
                  <a:pt x="998220" y="1347470"/>
                  <a:pt x="972820" y="1369060"/>
                </a:cubicBezTo>
                <a:cubicBezTo>
                  <a:pt x="944880" y="1393190"/>
                  <a:pt x="877570" y="1405890"/>
                  <a:pt x="840740" y="1393190"/>
                </a:cubicBezTo>
                <a:cubicBezTo>
                  <a:pt x="805180" y="1380490"/>
                  <a:pt x="779780" y="1338580"/>
                  <a:pt x="756920" y="1292860"/>
                </a:cubicBezTo>
                <a:cubicBezTo>
                  <a:pt x="721360" y="1226820"/>
                  <a:pt x="692150" y="1096010"/>
                  <a:pt x="681990" y="1013460"/>
                </a:cubicBezTo>
                <a:cubicBezTo>
                  <a:pt x="674370" y="949960"/>
                  <a:pt x="680720" y="895350"/>
                  <a:pt x="684530" y="839470"/>
                </a:cubicBezTo>
                <a:cubicBezTo>
                  <a:pt x="688340" y="786130"/>
                  <a:pt x="690880" y="745490"/>
                  <a:pt x="703580" y="684530"/>
                </a:cubicBezTo>
                <a:cubicBezTo>
                  <a:pt x="722630" y="594360"/>
                  <a:pt x="765810" y="402590"/>
                  <a:pt x="805180" y="354330"/>
                </a:cubicBezTo>
                <a:cubicBezTo>
                  <a:pt x="820420" y="335280"/>
                  <a:pt x="836930" y="330200"/>
                  <a:pt x="853440" y="327660"/>
                </a:cubicBezTo>
                <a:cubicBezTo>
                  <a:pt x="871220" y="325120"/>
                  <a:pt x="894080" y="330200"/>
                  <a:pt x="909320" y="340360"/>
                </a:cubicBezTo>
                <a:cubicBezTo>
                  <a:pt x="923290" y="349250"/>
                  <a:pt x="935990" y="370840"/>
                  <a:pt x="941070" y="386080"/>
                </a:cubicBezTo>
                <a:cubicBezTo>
                  <a:pt x="946150" y="397510"/>
                  <a:pt x="946150" y="406400"/>
                  <a:pt x="942340" y="422910"/>
                </a:cubicBezTo>
                <a:cubicBezTo>
                  <a:pt x="933450" y="462280"/>
                  <a:pt x="877570" y="544830"/>
                  <a:pt x="855980" y="608330"/>
                </a:cubicBezTo>
                <a:cubicBezTo>
                  <a:pt x="833120" y="674370"/>
                  <a:pt x="830580" y="737870"/>
                  <a:pt x="807720" y="812800"/>
                </a:cubicBezTo>
                <a:cubicBezTo>
                  <a:pt x="778510" y="909320"/>
                  <a:pt x="725170" y="1054100"/>
                  <a:pt x="683260" y="1135380"/>
                </a:cubicBezTo>
                <a:cubicBezTo>
                  <a:pt x="655320" y="1188720"/>
                  <a:pt x="623570" y="1242060"/>
                  <a:pt x="598170" y="1262380"/>
                </a:cubicBezTo>
                <a:cubicBezTo>
                  <a:pt x="585470" y="1272540"/>
                  <a:pt x="575310" y="1275080"/>
                  <a:pt x="562610" y="1275080"/>
                </a:cubicBezTo>
                <a:cubicBezTo>
                  <a:pt x="546100" y="1276350"/>
                  <a:pt x="521970" y="1273810"/>
                  <a:pt x="506730" y="1262380"/>
                </a:cubicBezTo>
                <a:cubicBezTo>
                  <a:pt x="490220" y="1248410"/>
                  <a:pt x="481330" y="1231900"/>
                  <a:pt x="472440" y="1195070"/>
                </a:cubicBezTo>
                <a:cubicBezTo>
                  <a:pt x="443230" y="1082040"/>
                  <a:pt x="458470" y="525780"/>
                  <a:pt x="469900" y="433070"/>
                </a:cubicBezTo>
                <a:cubicBezTo>
                  <a:pt x="473710" y="412750"/>
                  <a:pt x="473710" y="407670"/>
                  <a:pt x="480060" y="396240"/>
                </a:cubicBezTo>
                <a:cubicBezTo>
                  <a:pt x="488950" y="382270"/>
                  <a:pt x="508000" y="364490"/>
                  <a:pt x="524510" y="358140"/>
                </a:cubicBezTo>
                <a:cubicBezTo>
                  <a:pt x="542290" y="351790"/>
                  <a:pt x="566420" y="353060"/>
                  <a:pt x="582930" y="359410"/>
                </a:cubicBezTo>
                <a:cubicBezTo>
                  <a:pt x="599440" y="365760"/>
                  <a:pt x="615950" y="377190"/>
                  <a:pt x="624840" y="398780"/>
                </a:cubicBezTo>
                <a:cubicBezTo>
                  <a:pt x="642620" y="439420"/>
                  <a:pt x="636270" y="541020"/>
                  <a:pt x="623570" y="609600"/>
                </a:cubicBezTo>
                <a:cubicBezTo>
                  <a:pt x="610870" y="681990"/>
                  <a:pt x="560070" y="762000"/>
                  <a:pt x="543560" y="824230"/>
                </a:cubicBezTo>
                <a:cubicBezTo>
                  <a:pt x="533400" y="868680"/>
                  <a:pt x="538480" y="902970"/>
                  <a:pt x="528320" y="942340"/>
                </a:cubicBezTo>
                <a:cubicBezTo>
                  <a:pt x="518160" y="982980"/>
                  <a:pt x="501650" y="1036320"/>
                  <a:pt x="478790" y="1064260"/>
                </a:cubicBezTo>
                <a:cubicBezTo>
                  <a:pt x="461010" y="1085850"/>
                  <a:pt x="434340" y="1102360"/>
                  <a:pt x="415290" y="1107440"/>
                </a:cubicBezTo>
                <a:cubicBezTo>
                  <a:pt x="401320" y="1109980"/>
                  <a:pt x="388620" y="1107440"/>
                  <a:pt x="375920" y="1102360"/>
                </a:cubicBezTo>
                <a:cubicBezTo>
                  <a:pt x="360680" y="1094740"/>
                  <a:pt x="342900" y="1082040"/>
                  <a:pt x="332740" y="1062990"/>
                </a:cubicBezTo>
                <a:cubicBezTo>
                  <a:pt x="318770" y="1031240"/>
                  <a:pt x="325120" y="963930"/>
                  <a:pt x="327660" y="920750"/>
                </a:cubicBezTo>
                <a:cubicBezTo>
                  <a:pt x="328930" y="883920"/>
                  <a:pt x="330200" y="852170"/>
                  <a:pt x="339090" y="817880"/>
                </a:cubicBezTo>
                <a:cubicBezTo>
                  <a:pt x="350520" y="778510"/>
                  <a:pt x="375920" y="746760"/>
                  <a:pt x="393700" y="701040"/>
                </a:cubicBezTo>
                <a:cubicBezTo>
                  <a:pt x="420370" y="633730"/>
                  <a:pt x="449580" y="515620"/>
                  <a:pt x="476250" y="453390"/>
                </a:cubicBezTo>
                <a:cubicBezTo>
                  <a:pt x="492760" y="414020"/>
                  <a:pt x="502920" y="377190"/>
                  <a:pt x="524510" y="359410"/>
                </a:cubicBezTo>
                <a:cubicBezTo>
                  <a:pt x="539750" y="345440"/>
                  <a:pt x="561340" y="340360"/>
                  <a:pt x="579120" y="341630"/>
                </a:cubicBezTo>
                <a:cubicBezTo>
                  <a:pt x="596900" y="342900"/>
                  <a:pt x="619760" y="350520"/>
                  <a:pt x="632460" y="364490"/>
                </a:cubicBezTo>
                <a:cubicBezTo>
                  <a:pt x="646430" y="381000"/>
                  <a:pt x="659130" y="415290"/>
                  <a:pt x="655320" y="436880"/>
                </a:cubicBezTo>
                <a:cubicBezTo>
                  <a:pt x="652780" y="457200"/>
                  <a:pt x="631190" y="466090"/>
                  <a:pt x="618490" y="491490"/>
                </a:cubicBezTo>
                <a:cubicBezTo>
                  <a:pt x="594360" y="537210"/>
                  <a:pt x="577850" y="623570"/>
                  <a:pt x="543560" y="694690"/>
                </a:cubicBezTo>
                <a:cubicBezTo>
                  <a:pt x="499110" y="783590"/>
                  <a:pt x="408940" y="920750"/>
                  <a:pt x="364490" y="979170"/>
                </a:cubicBezTo>
                <a:cubicBezTo>
                  <a:pt x="341630" y="1008380"/>
                  <a:pt x="331470" y="1027430"/>
                  <a:pt x="308610" y="1041400"/>
                </a:cubicBezTo>
                <a:cubicBezTo>
                  <a:pt x="288290" y="1055370"/>
                  <a:pt x="261620" y="1065530"/>
                  <a:pt x="234950" y="1062990"/>
                </a:cubicBezTo>
                <a:cubicBezTo>
                  <a:pt x="200660" y="1060450"/>
                  <a:pt x="146050" y="1036320"/>
                  <a:pt x="121920" y="1007110"/>
                </a:cubicBezTo>
                <a:cubicBezTo>
                  <a:pt x="99060" y="979170"/>
                  <a:pt x="95250" y="937260"/>
                  <a:pt x="92710" y="892810"/>
                </a:cubicBezTo>
                <a:cubicBezTo>
                  <a:pt x="88900" y="833120"/>
                  <a:pt x="101600" y="751840"/>
                  <a:pt x="119380" y="680720"/>
                </a:cubicBezTo>
                <a:cubicBezTo>
                  <a:pt x="138430" y="601980"/>
                  <a:pt x="175260" y="515620"/>
                  <a:pt x="208280" y="443230"/>
                </a:cubicBezTo>
                <a:cubicBezTo>
                  <a:pt x="236220" y="378460"/>
                  <a:pt x="257810" y="302260"/>
                  <a:pt x="302260" y="264160"/>
                </a:cubicBezTo>
                <a:cubicBezTo>
                  <a:pt x="340360" y="232410"/>
                  <a:pt x="405130" y="210820"/>
                  <a:pt x="445770" y="219710"/>
                </a:cubicBezTo>
                <a:cubicBezTo>
                  <a:pt x="481330" y="227330"/>
                  <a:pt x="519430" y="267970"/>
                  <a:pt x="534670" y="300990"/>
                </a:cubicBezTo>
                <a:cubicBezTo>
                  <a:pt x="548640" y="332740"/>
                  <a:pt x="541020" y="361950"/>
                  <a:pt x="538480" y="410210"/>
                </a:cubicBezTo>
                <a:cubicBezTo>
                  <a:pt x="534670" y="509270"/>
                  <a:pt x="500380" y="765810"/>
                  <a:pt x="480060" y="857250"/>
                </a:cubicBezTo>
                <a:cubicBezTo>
                  <a:pt x="469900" y="899160"/>
                  <a:pt x="457200" y="905510"/>
                  <a:pt x="450850" y="947420"/>
                </a:cubicBezTo>
                <a:cubicBezTo>
                  <a:pt x="438150" y="1029970"/>
                  <a:pt x="476250" y="1263650"/>
                  <a:pt x="450850" y="1330960"/>
                </a:cubicBezTo>
                <a:cubicBezTo>
                  <a:pt x="439420" y="1360170"/>
                  <a:pt x="421640" y="1375410"/>
                  <a:pt x="403860" y="1384300"/>
                </a:cubicBezTo>
                <a:cubicBezTo>
                  <a:pt x="388620" y="1390650"/>
                  <a:pt x="364490" y="1388110"/>
                  <a:pt x="350520" y="1384300"/>
                </a:cubicBezTo>
                <a:cubicBezTo>
                  <a:pt x="337820" y="1380490"/>
                  <a:pt x="328930" y="1372870"/>
                  <a:pt x="321310" y="1362710"/>
                </a:cubicBezTo>
                <a:cubicBezTo>
                  <a:pt x="311150" y="1351280"/>
                  <a:pt x="306070" y="1339850"/>
                  <a:pt x="302260" y="1313180"/>
                </a:cubicBezTo>
                <a:cubicBezTo>
                  <a:pt x="287020" y="1229360"/>
                  <a:pt x="298450" y="918210"/>
                  <a:pt x="314960" y="764540"/>
                </a:cubicBezTo>
                <a:cubicBezTo>
                  <a:pt x="326390" y="652780"/>
                  <a:pt x="356870" y="581660"/>
                  <a:pt x="369570" y="473710"/>
                </a:cubicBezTo>
                <a:cubicBezTo>
                  <a:pt x="384810" y="342900"/>
                  <a:pt x="358140" y="93980"/>
                  <a:pt x="392430" y="34290"/>
                </a:cubicBezTo>
                <a:cubicBezTo>
                  <a:pt x="403860" y="13970"/>
                  <a:pt x="420370" y="7620"/>
                  <a:pt x="438150" y="5080"/>
                </a:cubicBezTo>
                <a:cubicBezTo>
                  <a:pt x="458470" y="1270"/>
                  <a:pt x="492760" y="11430"/>
                  <a:pt x="508000" y="24130"/>
                </a:cubicBezTo>
                <a:cubicBezTo>
                  <a:pt x="521970" y="35560"/>
                  <a:pt x="529590" y="58420"/>
                  <a:pt x="532130" y="73660"/>
                </a:cubicBezTo>
                <a:cubicBezTo>
                  <a:pt x="534670" y="86360"/>
                  <a:pt x="532130" y="93980"/>
                  <a:pt x="527050" y="110490"/>
                </a:cubicBezTo>
                <a:cubicBezTo>
                  <a:pt x="510540" y="152400"/>
                  <a:pt x="439420" y="233680"/>
                  <a:pt x="398780" y="317500"/>
                </a:cubicBezTo>
                <a:cubicBezTo>
                  <a:pt x="341630" y="431800"/>
                  <a:pt x="283210" y="643890"/>
                  <a:pt x="237490" y="744220"/>
                </a:cubicBezTo>
                <a:cubicBezTo>
                  <a:pt x="210820" y="801370"/>
                  <a:pt x="175260" y="828040"/>
                  <a:pt x="166370" y="873760"/>
                </a:cubicBezTo>
                <a:cubicBezTo>
                  <a:pt x="158750" y="915670"/>
                  <a:pt x="198120" y="991870"/>
                  <a:pt x="180340" y="1005840"/>
                </a:cubicBezTo>
                <a:cubicBezTo>
                  <a:pt x="165100" y="1017270"/>
                  <a:pt x="86360" y="991870"/>
                  <a:pt x="80010" y="967740"/>
                </a:cubicBezTo>
                <a:cubicBezTo>
                  <a:pt x="69850" y="928370"/>
                  <a:pt x="195580" y="802640"/>
                  <a:pt x="259080" y="763270"/>
                </a:cubicBezTo>
                <a:cubicBezTo>
                  <a:pt x="307340" y="732790"/>
                  <a:pt x="368300" y="718820"/>
                  <a:pt x="410210" y="722630"/>
                </a:cubicBezTo>
                <a:cubicBezTo>
                  <a:pt x="441960" y="725170"/>
                  <a:pt x="474980" y="741680"/>
                  <a:pt x="492760" y="759460"/>
                </a:cubicBezTo>
                <a:cubicBezTo>
                  <a:pt x="505460" y="773430"/>
                  <a:pt x="514350" y="792480"/>
                  <a:pt x="514350" y="811530"/>
                </a:cubicBezTo>
                <a:cubicBezTo>
                  <a:pt x="514350" y="831850"/>
                  <a:pt x="500380" y="863600"/>
                  <a:pt x="482600" y="877570"/>
                </a:cubicBezTo>
                <a:cubicBezTo>
                  <a:pt x="466090" y="890270"/>
                  <a:pt x="410210" y="889000"/>
                  <a:pt x="410210" y="889000"/>
                </a:cubicBezTo>
              </a:path>
            </a:pathLst>
          </a:custGeom>
          <a:solidFill>
            <a:srgbClr val="042B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15715298" y="4141470"/>
            <a:ext cx="1458278" cy="1068705"/>
          </a:xfrm>
          <a:custGeom>
            <a:avLst/>
            <a:gdLst/>
            <a:ahLst/>
            <a:cxnLst/>
            <a:rect l="l" t="t" r="r" b="b"/>
            <a:pathLst>
              <a:path w="1944370" h="1424940" extrusionOk="0">
                <a:moveTo>
                  <a:pt x="0" y="673100"/>
                </a:moveTo>
                <a:cubicBezTo>
                  <a:pt x="0" y="661670"/>
                  <a:pt x="0" y="656590"/>
                  <a:pt x="0" y="656590"/>
                </a:cubicBezTo>
                <a:cubicBezTo>
                  <a:pt x="0" y="656590"/>
                  <a:pt x="1270" y="651510"/>
                  <a:pt x="2540" y="648970"/>
                </a:cubicBezTo>
                <a:cubicBezTo>
                  <a:pt x="2540" y="646430"/>
                  <a:pt x="3810" y="641350"/>
                  <a:pt x="5080" y="641350"/>
                </a:cubicBezTo>
                <a:cubicBezTo>
                  <a:pt x="5080" y="641350"/>
                  <a:pt x="7620" y="636270"/>
                  <a:pt x="8890" y="635000"/>
                </a:cubicBezTo>
                <a:cubicBezTo>
                  <a:pt x="10160" y="632460"/>
                  <a:pt x="12700" y="627380"/>
                  <a:pt x="12700" y="627380"/>
                </a:cubicBezTo>
                <a:cubicBezTo>
                  <a:pt x="12700" y="627380"/>
                  <a:pt x="16510" y="623570"/>
                  <a:pt x="17780" y="622300"/>
                </a:cubicBezTo>
                <a:cubicBezTo>
                  <a:pt x="20320" y="619760"/>
                  <a:pt x="22860" y="615950"/>
                  <a:pt x="24130" y="615950"/>
                </a:cubicBezTo>
                <a:cubicBezTo>
                  <a:pt x="24130" y="615950"/>
                  <a:pt x="27940" y="613410"/>
                  <a:pt x="30480" y="612140"/>
                </a:cubicBezTo>
                <a:cubicBezTo>
                  <a:pt x="33020" y="610870"/>
                  <a:pt x="36830" y="607060"/>
                  <a:pt x="36830" y="607060"/>
                </a:cubicBezTo>
                <a:cubicBezTo>
                  <a:pt x="36830" y="607060"/>
                  <a:pt x="41910" y="605790"/>
                  <a:pt x="44450" y="604520"/>
                </a:cubicBezTo>
                <a:cubicBezTo>
                  <a:pt x="46990" y="604520"/>
                  <a:pt x="52070" y="601980"/>
                  <a:pt x="52070" y="601980"/>
                </a:cubicBezTo>
                <a:cubicBezTo>
                  <a:pt x="52070" y="601980"/>
                  <a:pt x="57150" y="601980"/>
                  <a:pt x="59690" y="601980"/>
                </a:cubicBezTo>
                <a:cubicBezTo>
                  <a:pt x="62230" y="601980"/>
                  <a:pt x="68580" y="600710"/>
                  <a:pt x="68580" y="600710"/>
                </a:cubicBezTo>
                <a:cubicBezTo>
                  <a:pt x="68580" y="600710"/>
                  <a:pt x="86360" y="603250"/>
                  <a:pt x="100330" y="604520"/>
                </a:cubicBezTo>
                <a:cubicBezTo>
                  <a:pt x="125730" y="607060"/>
                  <a:pt x="173990" y="612140"/>
                  <a:pt x="213360" y="617220"/>
                </a:cubicBezTo>
                <a:cubicBezTo>
                  <a:pt x="257810" y="622300"/>
                  <a:pt x="302260" y="624840"/>
                  <a:pt x="353060" y="632460"/>
                </a:cubicBezTo>
                <a:cubicBezTo>
                  <a:pt x="410210" y="640080"/>
                  <a:pt x="533400" y="675640"/>
                  <a:pt x="539750" y="662940"/>
                </a:cubicBezTo>
                <a:cubicBezTo>
                  <a:pt x="543560" y="656590"/>
                  <a:pt x="519430" y="641350"/>
                  <a:pt x="509270" y="627380"/>
                </a:cubicBezTo>
                <a:cubicBezTo>
                  <a:pt x="494030" y="607060"/>
                  <a:pt x="471170" y="579120"/>
                  <a:pt x="459740" y="552450"/>
                </a:cubicBezTo>
                <a:cubicBezTo>
                  <a:pt x="448310" y="528320"/>
                  <a:pt x="439420" y="501650"/>
                  <a:pt x="439420" y="473710"/>
                </a:cubicBezTo>
                <a:cubicBezTo>
                  <a:pt x="438150" y="443230"/>
                  <a:pt x="440690" y="397510"/>
                  <a:pt x="462280" y="374650"/>
                </a:cubicBezTo>
                <a:cubicBezTo>
                  <a:pt x="488950" y="347980"/>
                  <a:pt x="565150" y="337820"/>
                  <a:pt x="605790" y="341630"/>
                </a:cubicBezTo>
                <a:cubicBezTo>
                  <a:pt x="638810" y="345440"/>
                  <a:pt x="661670" y="367030"/>
                  <a:pt x="688340" y="378460"/>
                </a:cubicBezTo>
                <a:cubicBezTo>
                  <a:pt x="716280" y="388620"/>
                  <a:pt x="741680" y="397510"/>
                  <a:pt x="770890" y="407670"/>
                </a:cubicBezTo>
                <a:cubicBezTo>
                  <a:pt x="802640" y="417830"/>
                  <a:pt x="838200" y="425450"/>
                  <a:pt x="872490" y="438150"/>
                </a:cubicBezTo>
                <a:cubicBezTo>
                  <a:pt x="908050" y="450850"/>
                  <a:pt x="971550" y="486410"/>
                  <a:pt x="981710" y="482600"/>
                </a:cubicBezTo>
                <a:cubicBezTo>
                  <a:pt x="982980" y="482600"/>
                  <a:pt x="982980" y="480060"/>
                  <a:pt x="984250" y="478790"/>
                </a:cubicBezTo>
                <a:cubicBezTo>
                  <a:pt x="985520" y="476250"/>
                  <a:pt x="989330" y="469900"/>
                  <a:pt x="989330" y="469900"/>
                </a:cubicBezTo>
                <a:cubicBezTo>
                  <a:pt x="990600" y="469900"/>
                  <a:pt x="994410" y="466090"/>
                  <a:pt x="996950" y="463550"/>
                </a:cubicBezTo>
                <a:cubicBezTo>
                  <a:pt x="999490" y="461010"/>
                  <a:pt x="1004570" y="457200"/>
                  <a:pt x="1004570" y="457200"/>
                </a:cubicBezTo>
                <a:cubicBezTo>
                  <a:pt x="1005840" y="457200"/>
                  <a:pt x="1010920" y="453390"/>
                  <a:pt x="1014730" y="452120"/>
                </a:cubicBezTo>
                <a:cubicBezTo>
                  <a:pt x="1017270" y="450850"/>
                  <a:pt x="1022350" y="447040"/>
                  <a:pt x="1023620" y="447040"/>
                </a:cubicBezTo>
                <a:cubicBezTo>
                  <a:pt x="1023620" y="447040"/>
                  <a:pt x="1029970" y="445770"/>
                  <a:pt x="1032510" y="444500"/>
                </a:cubicBezTo>
                <a:cubicBezTo>
                  <a:pt x="1036320" y="444500"/>
                  <a:pt x="1042670" y="443230"/>
                  <a:pt x="1042670" y="443230"/>
                </a:cubicBezTo>
                <a:cubicBezTo>
                  <a:pt x="1042670" y="443230"/>
                  <a:pt x="1042670" y="443230"/>
                  <a:pt x="1042670" y="441960"/>
                </a:cubicBezTo>
                <a:cubicBezTo>
                  <a:pt x="1042670" y="441960"/>
                  <a:pt x="1049020" y="441960"/>
                  <a:pt x="1052830" y="441960"/>
                </a:cubicBezTo>
                <a:cubicBezTo>
                  <a:pt x="1056640" y="441960"/>
                  <a:pt x="1062990" y="441960"/>
                  <a:pt x="1062990" y="441960"/>
                </a:cubicBezTo>
                <a:cubicBezTo>
                  <a:pt x="1062990" y="443230"/>
                  <a:pt x="1069340" y="444500"/>
                  <a:pt x="1073150" y="444500"/>
                </a:cubicBezTo>
                <a:cubicBezTo>
                  <a:pt x="1075690" y="445770"/>
                  <a:pt x="1083310" y="447040"/>
                  <a:pt x="1083310" y="447040"/>
                </a:cubicBezTo>
                <a:cubicBezTo>
                  <a:pt x="1083310" y="447040"/>
                  <a:pt x="1088390" y="450850"/>
                  <a:pt x="1092200" y="452120"/>
                </a:cubicBezTo>
                <a:cubicBezTo>
                  <a:pt x="1094740" y="453390"/>
                  <a:pt x="1101090" y="457200"/>
                  <a:pt x="1101090" y="457200"/>
                </a:cubicBezTo>
                <a:cubicBezTo>
                  <a:pt x="1101090" y="457200"/>
                  <a:pt x="1106170" y="461010"/>
                  <a:pt x="1108710" y="463550"/>
                </a:cubicBezTo>
                <a:cubicBezTo>
                  <a:pt x="1111250" y="466090"/>
                  <a:pt x="1116330" y="469900"/>
                  <a:pt x="1116330" y="469900"/>
                </a:cubicBezTo>
                <a:cubicBezTo>
                  <a:pt x="1116330" y="469900"/>
                  <a:pt x="1120140" y="476250"/>
                  <a:pt x="1121410" y="478790"/>
                </a:cubicBezTo>
                <a:cubicBezTo>
                  <a:pt x="1123950" y="481330"/>
                  <a:pt x="1127760" y="486410"/>
                  <a:pt x="1127760" y="486410"/>
                </a:cubicBezTo>
                <a:cubicBezTo>
                  <a:pt x="1127760" y="487680"/>
                  <a:pt x="1130300" y="492760"/>
                  <a:pt x="1131570" y="496570"/>
                </a:cubicBezTo>
                <a:cubicBezTo>
                  <a:pt x="1132840" y="499110"/>
                  <a:pt x="1134110" y="505460"/>
                  <a:pt x="1135380" y="505460"/>
                </a:cubicBezTo>
                <a:cubicBezTo>
                  <a:pt x="1135380" y="506730"/>
                  <a:pt x="1134110" y="514350"/>
                  <a:pt x="1135380" y="515620"/>
                </a:cubicBezTo>
                <a:cubicBezTo>
                  <a:pt x="1137920" y="515620"/>
                  <a:pt x="1145540" y="502920"/>
                  <a:pt x="1148080" y="497840"/>
                </a:cubicBezTo>
                <a:cubicBezTo>
                  <a:pt x="1149350" y="492760"/>
                  <a:pt x="1148080" y="488950"/>
                  <a:pt x="1148080" y="481330"/>
                </a:cubicBezTo>
                <a:cubicBezTo>
                  <a:pt x="1150620" y="461010"/>
                  <a:pt x="1155700" y="396240"/>
                  <a:pt x="1162050" y="360680"/>
                </a:cubicBezTo>
                <a:cubicBezTo>
                  <a:pt x="1168400" y="332740"/>
                  <a:pt x="1174750" y="309880"/>
                  <a:pt x="1182370" y="284480"/>
                </a:cubicBezTo>
                <a:cubicBezTo>
                  <a:pt x="1189990" y="260350"/>
                  <a:pt x="1196340" y="240030"/>
                  <a:pt x="1206500" y="212090"/>
                </a:cubicBezTo>
                <a:cubicBezTo>
                  <a:pt x="1221740" y="172720"/>
                  <a:pt x="1243330" y="105410"/>
                  <a:pt x="1266190" y="69850"/>
                </a:cubicBezTo>
                <a:cubicBezTo>
                  <a:pt x="1282700" y="44450"/>
                  <a:pt x="1296670" y="19050"/>
                  <a:pt x="1320800" y="10160"/>
                </a:cubicBezTo>
                <a:cubicBezTo>
                  <a:pt x="1351280" y="0"/>
                  <a:pt x="1417320" y="5080"/>
                  <a:pt x="1442720" y="27940"/>
                </a:cubicBezTo>
                <a:cubicBezTo>
                  <a:pt x="1468120" y="52070"/>
                  <a:pt x="1460500" y="146050"/>
                  <a:pt x="1469390" y="154940"/>
                </a:cubicBezTo>
                <a:cubicBezTo>
                  <a:pt x="1470660" y="157480"/>
                  <a:pt x="1471930" y="157480"/>
                  <a:pt x="1474470" y="157480"/>
                </a:cubicBezTo>
                <a:cubicBezTo>
                  <a:pt x="1480820" y="154940"/>
                  <a:pt x="1487170" y="130810"/>
                  <a:pt x="1499870" y="123190"/>
                </a:cubicBezTo>
                <a:cubicBezTo>
                  <a:pt x="1518920" y="113030"/>
                  <a:pt x="1558290" y="105410"/>
                  <a:pt x="1582420" y="114300"/>
                </a:cubicBezTo>
                <a:cubicBezTo>
                  <a:pt x="1610360" y="124460"/>
                  <a:pt x="1635760" y="160020"/>
                  <a:pt x="1652270" y="190500"/>
                </a:cubicBezTo>
                <a:cubicBezTo>
                  <a:pt x="1668780" y="222250"/>
                  <a:pt x="1672590" y="266700"/>
                  <a:pt x="1677670" y="302260"/>
                </a:cubicBezTo>
                <a:cubicBezTo>
                  <a:pt x="1682750" y="335280"/>
                  <a:pt x="1684020" y="373380"/>
                  <a:pt x="1685290" y="400050"/>
                </a:cubicBezTo>
                <a:cubicBezTo>
                  <a:pt x="1685290" y="416560"/>
                  <a:pt x="1680210" y="439420"/>
                  <a:pt x="1685290" y="443230"/>
                </a:cubicBezTo>
                <a:cubicBezTo>
                  <a:pt x="1687830" y="444500"/>
                  <a:pt x="1690370" y="439420"/>
                  <a:pt x="1695450" y="439420"/>
                </a:cubicBezTo>
                <a:cubicBezTo>
                  <a:pt x="1710690" y="440690"/>
                  <a:pt x="1774190" y="457200"/>
                  <a:pt x="1797050" y="482600"/>
                </a:cubicBezTo>
                <a:cubicBezTo>
                  <a:pt x="1819910" y="510540"/>
                  <a:pt x="1830070" y="562610"/>
                  <a:pt x="1830070" y="601980"/>
                </a:cubicBezTo>
                <a:cubicBezTo>
                  <a:pt x="1830070" y="640080"/>
                  <a:pt x="1812290" y="679450"/>
                  <a:pt x="1795780" y="713740"/>
                </a:cubicBezTo>
                <a:cubicBezTo>
                  <a:pt x="1778000" y="748030"/>
                  <a:pt x="1746250" y="784860"/>
                  <a:pt x="1727200" y="805180"/>
                </a:cubicBezTo>
                <a:cubicBezTo>
                  <a:pt x="1715770" y="816610"/>
                  <a:pt x="1694180" y="820420"/>
                  <a:pt x="1695450" y="828040"/>
                </a:cubicBezTo>
                <a:cubicBezTo>
                  <a:pt x="1695450" y="838200"/>
                  <a:pt x="1727200" y="844550"/>
                  <a:pt x="1747520" y="855980"/>
                </a:cubicBezTo>
                <a:cubicBezTo>
                  <a:pt x="1772920" y="871220"/>
                  <a:pt x="1808480" y="890270"/>
                  <a:pt x="1838960" y="910590"/>
                </a:cubicBezTo>
                <a:cubicBezTo>
                  <a:pt x="1870710" y="932180"/>
                  <a:pt x="1920240" y="951230"/>
                  <a:pt x="1932940" y="980440"/>
                </a:cubicBezTo>
                <a:cubicBezTo>
                  <a:pt x="1944370" y="1007110"/>
                  <a:pt x="1940560" y="1051560"/>
                  <a:pt x="1925320" y="1074420"/>
                </a:cubicBezTo>
                <a:cubicBezTo>
                  <a:pt x="1907540" y="1097280"/>
                  <a:pt x="1863090" y="1109980"/>
                  <a:pt x="1831340" y="1116330"/>
                </a:cubicBezTo>
                <a:cubicBezTo>
                  <a:pt x="1802130" y="1121410"/>
                  <a:pt x="1770380" y="1115060"/>
                  <a:pt x="1742440" y="1109980"/>
                </a:cubicBezTo>
                <a:cubicBezTo>
                  <a:pt x="1715770" y="1104900"/>
                  <a:pt x="1686560" y="1094740"/>
                  <a:pt x="1667510" y="1087120"/>
                </a:cubicBezTo>
                <a:cubicBezTo>
                  <a:pt x="1657350" y="1083310"/>
                  <a:pt x="1645920" y="1073150"/>
                  <a:pt x="1642110" y="1075690"/>
                </a:cubicBezTo>
                <a:cubicBezTo>
                  <a:pt x="1639570" y="1076960"/>
                  <a:pt x="1640840" y="1082040"/>
                  <a:pt x="1639570" y="1087120"/>
                </a:cubicBezTo>
                <a:cubicBezTo>
                  <a:pt x="1638300" y="1102360"/>
                  <a:pt x="1634490" y="1137920"/>
                  <a:pt x="1629410" y="1164590"/>
                </a:cubicBezTo>
                <a:cubicBezTo>
                  <a:pt x="1623060" y="1196340"/>
                  <a:pt x="1614170" y="1233170"/>
                  <a:pt x="1606550" y="1266190"/>
                </a:cubicBezTo>
                <a:cubicBezTo>
                  <a:pt x="1598930" y="1296670"/>
                  <a:pt x="1584960" y="1356360"/>
                  <a:pt x="1584960" y="1356360"/>
                </a:cubicBezTo>
                <a:cubicBezTo>
                  <a:pt x="1584960" y="1356360"/>
                  <a:pt x="1583690" y="1362710"/>
                  <a:pt x="1583690" y="1365250"/>
                </a:cubicBezTo>
                <a:cubicBezTo>
                  <a:pt x="1583690" y="1367790"/>
                  <a:pt x="1582420" y="1372870"/>
                  <a:pt x="1582420" y="1372870"/>
                </a:cubicBezTo>
                <a:cubicBezTo>
                  <a:pt x="1582420" y="1372870"/>
                  <a:pt x="1581150" y="1377950"/>
                  <a:pt x="1579880" y="1380490"/>
                </a:cubicBezTo>
                <a:cubicBezTo>
                  <a:pt x="1578610" y="1383030"/>
                  <a:pt x="1577340" y="1388110"/>
                  <a:pt x="1577340" y="1388110"/>
                </a:cubicBezTo>
                <a:cubicBezTo>
                  <a:pt x="1577340" y="1388110"/>
                  <a:pt x="1573530" y="1393190"/>
                  <a:pt x="1572260" y="1394460"/>
                </a:cubicBezTo>
                <a:cubicBezTo>
                  <a:pt x="1570990" y="1397000"/>
                  <a:pt x="1567180" y="1402080"/>
                  <a:pt x="1567180" y="1402080"/>
                </a:cubicBezTo>
                <a:cubicBezTo>
                  <a:pt x="1567180" y="1402080"/>
                  <a:pt x="1563370" y="1405890"/>
                  <a:pt x="1562100" y="1407160"/>
                </a:cubicBezTo>
                <a:cubicBezTo>
                  <a:pt x="1559560" y="1409700"/>
                  <a:pt x="1555750" y="1412240"/>
                  <a:pt x="1555750" y="1412240"/>
                </a:cubicBezTo>
                <a:cubicBezTo>
                  <a:pt x="1555750" y="1412240"/>
                  <a:pt x="1550670" y="1414780"/>
                  <a:pt x="1548130" y="1416050"/>
                </a:cubicBezTo>
                <a:cubicBezTo>
                  <a:pt x="1545590" y="1417320"/>
                  <a:pt x="1540510" y="1419860"/>
                  <a:pt x="1540510" y="1419860"/>
                </a:cubicBezTo>
                <a:cubicBezTo>
                  <a:pt x="1540510" y="1419860"/>
                  <a:pt x="1535430" y="1421130"/>
                  <a:pt x="1532890" y="1422400"/>
                </a:cubicBezTo>
                <a:cubicBezTo>
                  <a:pt x="1530350" y="1423670"/>
                  <a:pt x="1525270" y="1424940"/>
                  <a:pt x="1525270" y="1424940"/>
                </a:cubicBezTo>
                <a:cubicBezTo>
                  <a:pt x="1525270" y="1424940"/>
                  <a:pt x="1520190" y="1424940"/>
                  <a:pt x="1516380" y="1424940"/>
                </a:cubicBezTo>
                <a:cubicBezTo>
                  <a:pt x="1513840" y="1424940"/>
                  <a:pt x="1508760" y="1424940"/>
                  <a:pt x="1508760" y="1424940"/>
                </a:cubicBezTo>
                <a:cubicBezTo>
                  <a:pt x="1508760" y="1424940"/>
                  <a:pt x="1503680" y="1423670"/>
                  <a:pt x="1501140" y="1422400"/>
                </a:cubicBezTo>
                <a:cubicBezTo>
                  <a:pt x="1498600" y="1422400"/>
                  <a:pt x="1493520" y="1421130"/>
                  <a:pt x="1492250" y="1421130"/>
                </a:cubicBezTo>
                <a:cubicBezTo>
                  <a:pt x="1492250" y="1421130"/>
                  <a:pt x="1488440" y="1418590"/>
                  <a:pt x="1485900" y="1417320"/>
                </a:cubicBezTo>
                <a:cubicBezTo>
                  <a:pt x="1483360" y="1416050"/>
                  <a:pt x="1478280" y="1413510"/>
                  <a:pt x="1478280" y="1413510"/>
                </a:cubicBezTo>
                <a:cubicBezTo>
                  <a:pt x="1478280" y="1413510"/>
                  <a:pt x="1474470" y="1409700"/>
                  <a:pt x="1471930" y="1407160"/>
                </a:cubicBezTo>
                <a:cubicBezTo>
                  <a:pt x="1470660" y="1405890"/>
                  <a:pt x="1465580" y="1402080"/>
                  <a:pt x="1465580" y="1402080"/>
                </a:cubicBezTo>
                <a:cubicBezTo>
                  <a:pt x="1465580" y="1402080"/>
                  <a:pt x="1463040" y="1398270"/>
                  <a:pt x="1461770" y="1395730"/>
                </a:cubicBezTo>
                <a:cubicBezTo>
                  <a:pt x="1459230" y="1393190"/>
                  <a:pt x="1456690" y="1389380"/>
                  <a:pt x="1456690" y="1389380"/>
                </a:cubicBezTo>
                <a:cubicBezTo>
                  <a:pt x="1456690" y="1389380"/>
                  <a:pt x="1454150" y="1384300"/>
                  <a:pt x="1454150" y="1381760"/>
                </a:cubicBezTo>
                <a:cubicBezTo>
                  <a:pt x="1452880" y="1379220"/>
                  <a:pt x="1450340" y="1374140"/>
                  <a:pt x="1450340" y="1374140"/>
                </a:cubicBezTo>
                <a:cubicBezTo>
                  <a:pt x="1450340" y="1372870"/>
                  <a:pt x="1450340" y="1367790"/>
                  <a:pt x="1450340" y="1365250"/>
                </a:cubicBezTo>
                <a:cubicBezTo>
                  <a:pt x="1449070" y="1362710"/>
                  <a:pt x="1449070" y="1357630"/>
                  <a:pt x="1449070" y="1357630"/>
                </a:cubicBezTo>
                <a:cubicBezTo>
                  <a:pt x="1449070" y="1357630"/>
                  <a:pt x="1449070" y="1357630"/>
                  <a:pt x="1449070" y="1356360"/>
                </a:cubicBezTo>
                <a:cubicBezTo>
                  <a:pt x="1449070" y="1351280"/>
                  <a:pt x="1450340" y="1295400"/>
                  <a:pt x="1451610" y="1264920"/>
                </a:cubicBezTo>
                <a:cubicBezTo>
                  <a:pt x="1451610" y="1235710"/>
                  <a:pt x="1451610" y="1210310"/>
                  <a:pt x="1451610" y="1178560"/>
                </a:cubicBezTo>
                <a:cubicBezTo>
                  <a:pt x="1451610" y="1137920"/>
                  <a:pt x="1450340" y="1038860"/>
                  <a:pt x="1447800" y="1038860"/>
                </a:cubicBezTo>
                <a:cubicBezTo>
                  <a:pt x="1445260" y="1038860"/>
                  <a:pt x="1445260" y="1056640"/>
                  <a:pt x="1441450" y="1068070"/>
                </a:cubicBezTo>
                <a:cubicBezTo>
                  <a:pt x="1435100" y="1088390"/>
                  <a:pt x="1427480" y="1125220"/>
                  <a:pt x="1409700" y="1146810"/>
                </a:cubicBezTo>
                <a:cubicBezTo>
                  <a:pt x="1391920" y="1169670"/>
                  <a:pt x="1348740" y="1198880"/>
                  <a:pt x="1332230" y="1202690"/>
                </a:cubicBezTo>
                <a:cubicBezTo>
                  <a:pt x="1325880" y="1203960"/>
                  <a:pt x="1320800" y="1197610"/>
                  <a:pt x="1318260" y="1200150"/>
                </a:cubicBezTo>
                <a:cubicBezTo>
                  <a:pt x="1314450" y="1201420"/>
                  <a:pt x="1315720" y="1206500"/>
                  <a:pt x="1311910" y="1210310"/>
                </a:cubicBezTo>
                <a:cubicBezTo>
                  <a:pt x="1299210" y="1220470"/>
                  <a:pt x="1254760" y="1250950"/>
                  <a:pt x="1224280" y="1247140"/>
                </a:cubicBezTo>
                <a:cubicBezTo>
                  <a:pt x="1186180" y="1243330"/>
                  <a:pt x="1116330" y="1176020"/>
                  <a:pt x="1102360" y="1160780"/>
                </a:cubicBezTo>
                <a:cubicBezTo>
                  <a:pt x="1098550" y="1155700"/>
                  <a:pt x="1099820" y="1153160"/>
                  <a:pt x="1097280" y="1150620"/>
                </a:cubicBezTo>
                <a:cubicBezTo>
                  <a:pt x="1094740" y="1148080"/>
                  <a:pt x="1090930" y="1149350"/>
                  <a:pt x="1088390" y="1145540"/>
                </a:cubicBezTo>
                <a:cubicBezTo>
                  <a:pt x="1075690" y="1135380"/>
                  <a:pt x="1047750" y="1089660"/>
                  <a:pt x="1033780" y="1060450"/>
                </a:cubicBezTo>
                <a:cubicBezTo>
                  <a:pt x="1022350" y="1035050"/>
                  <a:pt x="1010920" y="990600"/>
                  <a:pt x="1009650" y="980440"/>
                </a:cubicBezTo>
                <a:cubicBezTo>
                  <a:pt x="1008380" y="977900"/>
                  <a:pt x="1009650" y="977900"/>
                  <a:pt x="1009650" y="975360"/>
                </a:cubicBezTo>
                <a:cubicBezTo>
                  <a:pt x="1007110" y="969010"/>
                  <a:pt x="998220" y="951230"/>
                  <a:pt x="988060" y="944880"/>
                </a:cubicBezTo>
                <a:cubicBezTo>
                  <a:pt x="976630" y="938530"/>
                  <a:pt x="960120" y="944880"/>
                  <a:pt x="943610" y="938530"/>
                </a:cubicBezTo>
                <a:cubicBezTo>
                  <a:pt x="919480" y="929640"/>
                  <a:pt x="886460" y="904240"/>
                  <a:pt x="858520" y="887730"/>
                </a:cubicBezTo>
                <a:cubicBezTo>
                  <a:pt x="833120" y="872490"/>
                  <a:pt x="806450" y="843280"/>
                  <a:pt x="784860" y="843280"/>
                </a:cubicBezTo>
                <a:cubicBezTo>
                  <a:pt x="768350" y="843280"/>
                  <a:pt x="756920" y="857250"/>
                  <a:pt x="740410" y="867410"/>
                </a:cubicBezTo>
                <a:cubicBezTo>
                  <a:pt x="721360" y="880110"/>
                  <a:pt x="701040" y="897890"/>
                  <a:pt x="679450" y="913130"/>
                </a:cubicBezTo>
                <a:cubicBezTo>
                  <a:pt x="655320" y="929640"/>
                  <a:pt x="629920" y="946150"/>
                  <a:pt x="603250" y="962660"/>
                </a:cubicBezTo>
                <a:cubicBezTo>
                  <a:pt x="576580" y="979170"/>
                  <a:pt x="547370" y="994410"/>
                  <a:pt x="518160" y="1009650"/>
                </a:cubicBezTo>
                <a:cubicBezTo>
                  <a:pt x="487680" y="1026160"/>
                  <a:pt x="459740" y="1047750"/>
                  <a:pt x="426720" y="1055370"/>
                </a:cubicBezTo>
                <a:cubicBezTo>
                  <a:pt x="388620" y="1064260"/>
                  <a:pt x="331470" y="1071880"/>
                  <a:pt x="302260" y="1052830"/>
                </a:cubicBezTo>
                <a:cubicBezTo>
                  <a:pt x="271780" y="1032510"/>
                  <a:pt x="250190" y="970280"/>
                  <a:pt x="247650" y="934720"/>
                </a:cubicBezTo>
                <a:cubicBezTo>
                  <a:pt x="245110" y="906780"/>
                  <a:pt x="257810" y="881380"/>
                  <a:pt x="267970" y="857250"/>
                </a:cubicBezTo>
                <a:cubicBezTo>
                  <a:pt x="276860" y="835660"/>
                  <a:pt x="308610" y="805180"/>
                  <a:pt x="304800" y="797560"/>
                </a:cubicBezTo>
                <a:cubicBezTo>
                  <a:pt x="303530" y="793750"/>
                  <a:pt x="295910" y="796290"/>
                  <a:pt x="288290" y="796290"/>
                </a:cubicBezTo>
                <a:cubicBezTo>
                  <a:pt x="271780" y="795020"/>
                  <a:pt x="237490" y="796290"/>
                  <a:pt x="212090" y="792480"/>
                </a:cubicBezTo>
                <a:cubicBezTo>
                  <a:pt x="184150" y="787400"/>
                  <a:pt x="154940" y="779780"/>
                  <a:pt x="129540" y="769620"/>
                </a:cubicBezTo>
                <a:cubicBezTo>
                  <a:pt x="105410" y="760730"/>
                  <a:pt x="63500" y="734060"/>
                  <a:pt x="62230" y="734060"/>
                </a:cubicBezTo>
                <a:cubicBezTo>
                  <a:pt x="62230" y="734060"/>
                  <a:pt x="57150" y="732790"/>
                  <a:pt x="54610" y="732790"/>
                </a:cubicBezTo>
                <a:cubicBezTo>
                  <a:pt x="52070" y="731520"/>
                  <a:pt x="46990" y="731520"/>
                  <a:pt x="46990" y="731520"/>
                </a:cubicBezTo>
                <a:cubicBezTo>
                  <a:pt x="46990" y="731520"/>
                  <a:pt x="41910" y="728980"/>
                  <a:pt x="39370" y="727710"/>
                </a:cubicBezTo>
                <a:cubicBezTo>
                  <a:pt x="36830" y="726440"/>
                  <a:pt x="31750" y="725170"/>
                  <a:pt x="31750" y="725170"/>
                </a:cubicBezTo>
                <a:cubicBezTo>
                  <a:pt x="31750" y="725170"/>
                  <a:pt x="27940" y="721360"/>
                  <a:pt x="25400" y="720090"/>
                </a:cubicBezTo>
                <a:cubicBezTo>
                  <a:pt x="24130" y="718820"/>
                  <a:pt x="19050" y="715010"/>
                  <a:pt x="19050" y="715010"/>
                </a:cubicBezTo>
                <a:cubicBezTo>
                  <a:pt x="19050" y="715010"/>
                  <a:pt x="16510" y="711200"/>
                  <a:pt x="13970" y="708660"/>
                </a:cubicBezTo>
                <a:cubicBezTo>
                  <a:pt x="12700" y="707390"/>
                  <a:pt x="8890" y="702310"/>
                  <a:pt x="8890" y="702310"/>
                </a:cubicBezTo>
                <a:cubicBezTo>
                  <a:pt x="8890" y="702310"/>
                  <a:pt x="7620" y="698500"/>
                  <a:pt x="6350" y="695960"/>
                </a:cubicBezTo>
                <a:cubicBezTo>
                  <a:pt x="5080" y="693420"/>
                  <a:pt x="2540" y="688340"/>
                  <a:pt x="2540" y="688340"/>
                </a:cubicBezTo>
                <a:cubicBezTo>
                  <a:pt x="2540" y="688340"/>
                  <a:pt x="1270" y="683260"/>
                  <a:pt x="1270" y="680720"/>
                </a:cubicBezTo>
                <a:cubicBezTo>
                  <a:pt x="0" y="678180"/>
                  <a:pt x="0" y="673100"/>
                  <a:pt x="0" y="673100"/>
                </a:cubicBezTo>
                <a:moveTo>
                  <a:pt x="601980" y="472440"/>
                </a:moveTo>
                <a:cubicBezTo>
                  <a:pt x="678180" y="576580"/>
                  <a:pt x="694690" y="598170"/>
                  <a:pt x="713740" y="613410"/>
                </a:cubicBezTo>
                <a:cubicBezTo>
                  <a:pt x="728980" y="626110"/>
                  <a:pt x="758190" y="642620"/>
                  <a:pt x="762000" y="641350"/>
                </a:cubicBezTo>
                <a:cubicBezTo>
                  <a:pt x="762000" y="641350"/>
                  <a:pt x="762000" y="641350"/>
                  <a:pt x="762000" y="640080"/>
                </a:cubicBezTo>
                <a:cubicBezTo>
                  <a:pt x="763270" y="640080"/>
                  <a:pt x="764540" y="638810"/>
                  <a:pt x="765810" y="637540"/>
                </a:cubicBezTo>
                <a:cubicBezTo>
                  <a:pt x="767080" y="636270"/>
                  <a:pt x="767080" y="635000"/>
                  <a:pt x="768350" y="633730"/>
                </a:cubicBezTo>
                <a:cubicBezTo>
                  <a:pt x="770890" y="632460"/>
                  <a:pt x="773430" y="629920"/>
                  <a:pt x="775970" y="628650"/>
                </a:cubicBezTo>
                <a:cubicBezTo>
                  <a:pt x="778510" y="627380"/>
                  <a:pt x="781050" y="623570"/>
                  <a:pt x="783590" y="622300"/>
                </a:cubicBezTo>
                <a:cubicBezTo>
                  <a:pt x="784860" y="622300"/>
                  <a:pt x="786130" y="622300"/>
                  <a:pt x="787400" y="621030"/>
                </a:cubicBezTo>
                <a:cubicBezTo>
                  <a:pt x="789940" y="621030"/>
                  <a:pt x="789940" y="619760"/>
                  <a:pt x="791210" y="618490"/>
                </a:cubicBezTo>
                <a:cubicBezTo>
                  <a:pt x="793750" y="618490"/>
                  <a:pt x="796290" y="617220"/>
                  <a:pt x="796290" y="617220"/>
                </a:cubicBezTo>
                <a:cubicBezTo>
                  <a:pt x="797560" y="617220"/>
                  <a:pt x="797560" y="615950"/>
                  <a:pt x="797560" y="615950"/>
                </a:cubicBezTo>
                <a:cubicBezTo>
                  <a:pt x="797560" y="615950"/>
                  <a:pt x="803910" y="614680"/>
                  <a:pt x="805180" y="614680"/>
                </a:cubicBezTo>
                <a:cubicBezTo>
                  <a:pt x="806450" y="613410"/>
                  <a:pt x="807720" y="613410"/>
                  <a:pt x="808990" y="613410"/>
                </a:cubicBezTo>
                <a:cubicBezTo>
                  <a:pt x="810260" y="612140"/>
                  <a:pt x="811530" y="613410"/>
                  <a:pt x="812800" y="613410"/>
                </a:cubicBezTo>
                <a:cubicBezTo>
                  <a:pt x="814070" y="612140"/>
                  <a:pt x="817880" y="612140"/>
                  <a:pt x="817880" y="612140"/>
                </a:cubicBezTo>
                <a:cubicBezTo>
                  <a:pt x="819150" y="612140"/>
                  <a:pt x="819150" y="612140"/>
                  <a:pt x="819150" y="612140"/>
                </a:cubicBezTo>
                <a:cubicBezTo>
                  <a:pt x="821690" y="612140"/>
                  <a:pt x="825500" y="612140"/>
                  <a:pt x="828040" y="612140"/>
                </a:cubicBezTo>
                <a:cubicBezTo>
                  <a:pt x="830580" y="612140"/>
                  <a:pt x="831850" y="612140"/>
                  <a:pt x="834390" y="612140"/>
                </a:cubicBezTo>
                <a:cubicBezTo>
                  <a:pt x="835660" y="612140"/>
                  <a:pt x="835660" y="612140"/>
                  <a:pt x="836930" y="612140"/>
                </a:cubicBezTo>
                <a:cubicBezTo>
                  <a:pt x="836930" y="612140"/>
                  <a:pt x="836930" y="612140"/>
                  <a:pt x="838200" y="612140"/>
                </a:cubicBezTo>
                <a:cubicBezTo>
                  <a:pt x="838200" y="612140"/>
                  <a:pt x="842010" y="613410"/>
                  <a:pt x="843280" y="613410"/>
                </a:cubicBezTo>
                <a:cubicBezTo>
                  <a:pt x="844550" y="613410"/>
                  <a:pt x="844550" y="613410"/>
                  <a:pt x="845820" y="613410"/>
                </a:cubicBezTo>
                <a:cubicBezTo>
                  <a:pt x="847090" y="613410"/>
                  <a:pt x="848360" y="614680"/>
                  <a:pt x="849630" y="614680"/>
                </a:cubicBezTo>
                <a:cubicBezTo>
                  <a:pt x="852170" y="615950"/>
                  <a:pt x="858520" y="617220"/>
                  <a:pt x="858520" y="617220"/>
                </a:cubicBezTo>
                <a:cubicBezTo>
                  <a:pt x="858520" y="617220"/>
                  <a:pt x="859790" y="618490"/>
                  <a:pt x="861060" y="618490"/>
                </a:cubicBezTo>
                <a:cubicBezTo>
                  <a:pt x="862330" y="619760"/>
                  <a:pt x="862330" y="619760"/>
                  <a:pt x="863600" y="619760"/>
                </a:cubicBezTo>
                <a:cubicBezTo>
                  <a:pt x="864870" y="619760"/>
                  <a:pt x="867410" y="622300"/>
                  <a:pt x="867410" y="622300"/>
                </a:cubicBezTo>
                <a:cubicBezTo>
                  <a:pt x="867410" y="622300"/>
                  <a:pt x="869950" y="623570"/>
                  <a:pt x="871220" y="623570"/>
                </a:cubicBezTo>
                <a:cubicBezTo>
                  <a:pt x="872490" y="624840"/>
                  <a:pt x="872490" y="624840"/>
                  <a:pt x="873760" y="626110"/>
                </a:cubicBezTo>
                <a:cubicBezTo>
                  <a:pt x="873760" y="626110"/>
                  <a:pt x="876300" y="627380"/>
                  <a:pt x="876300" y="627380"/>
                </a:cubicBezTo>
                <a:cubicBezTo>
                  <a:pt x="876300" y="627380"/>
                  <a:pt x="877570" y="629920"/>
                  <a:pt x="878840" y="629920"/>
                </a:cubicBezTo>
                <a:cubicBezTo>
                  <a:pt x="880110" y="629920"/>
                  <a:pt x="883920" y="629920"/>
                  <a:pt x="883920" y="629920"/>
                </a:cubicBezTo>
                <a:cubicBezTo>
                  <a:pt x="883920" y="629920"/>
                  <a:pt x="890270" y="631190"/>
                  <a:pt x="894080" y="631190"/>
                </a:cubicBezTo>
                <a:cubicBezTo>
                  <a:pt x="896620" y="632460"/>
                  <a:pt x="904240" y="632460"/>
                  <a:pt x="904240" y="632460"/>
                </a:cubicBezTo>
                <a:cubicBezTo>
                  <a:pt x="904240" y="632460"/>
                  <a:pt x="910590" y="635000"/>
                  <a:pt x="913130" y="637540"/>
                </a:cubicBezTo>
                <a:cubicBezTo>
                  <a:pt x="915670" y="638810"/>
                  <a:pt x="922020" y="641350"/>
                  <a:pt x="922020" y="641350"/>
                </a:cubicBezTo>
                <a:cubicBezTo>
                  <a:pt x="923290" y="641350"/>
                  <a:pt x="961390" y="640080"/>
                  <a:pt x="963930" y="636270"/>
                </a:cubicBezTo>
                <a:cubicBezTo>
                  <a:pt x="965200" y="635000"/>
                  <a:pt x="965200" y="633730"/>
                  <a:pt x="963930" y="632460"/>
                </a:cubicBezTo>
                <a:cubicBezTo>
                  <a:pt x="956310" y="623570"/>
                  <a:pt x="872490" y="600710"/>
                  <a:pt x="830580" y="588010"/>
                </a:cubicBezTo>
                <a:cubicBezTo>
                  <a:pt x="792480" y="576580"/>
                  <a:pt x="755650" y="576580"/>
                  <a:pt x="720090" y="558800"/>
                </a:cubicBezTo>
                <a:cubicBezTo>
                  <a:pt x="679450" y="539750"/>
                  <a:pt x="601980" y="472440"/>
                  <a:pt x="601980" y="472440"/>
                </a:cubicBezTo>
              </a:path>
            </a:pathLst>
          </a:custGeom>
          <a:solidFill>
            <a:srgbClr val="042B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15253593" y="4211955"/>
            <a:ext cx="1153371" cy="1437322"/>
          </a:xfrm>
          <a:custGeom>
            <a:avLst/>
            <a:gdLst/>
            <a:ahLst/>
            <a:cxnLst/>
            <a:rect l="l" t="t" r="r" b="b"/>
            <a:pathLst>
              <a:path w="1537828" h="1916430" extrusionOk="0">
                <a:moveTo>
                  <a:pt x="1181" y="412750"/>
                </a:moveTo>
                <a:cubicBezTo>
                  <a:pt x="14174" y="287020"/>
                  <a:pt x="18898" y="262890"/>
                  <a:pt x="24804" y="234950"/>
                </a:cubicBezTo>
                <a:cubicBezTo>
                  <a:pt x="33072" y="203200"/>
                  <a:pt x="38977" y="165100"/>
                  <a:pt x="54332" y="134620"/>
                </a:cubicBezTo>
                <a:cubicBezTo>
                  <a:pt x="67324" y="105410"/>
                  <a:pt x="85041" y="74930"/>
                  <a:pt x="109845" y="54610"/>
                </a:cubicBezTo>
                <a:cubicBezTo>
                  <a:pt x="135830" y="33020"/>
                  <a:pt x="173626" y="16510"/>
                  <a:pt x="207878" y="8890"/>
                </a:cubicBezTo>
                <a:cubicBezTo>
                  <a:pt x="243312" y="0"/>
                  <a:pt x="278746" y="2540"/>
                  <a:pt x="317723" y="3810"/>
                </a:cubicBezTo>
                <a:cubicBezTo>
                  <a:pt x="362606" y="3810"/>
                  <a:pt x="415757" y="8890"/>
                  <a:pt x="459459" y="13970"/>
                </a:cubicBezTo>
                <a:cubicBezTo>
                  <a:pt x="497255" y="19050"/>
                  <a:pt x="527964" y="24130"/>
                  <a:pt x="563398" y="31750"/>
                </a:cubicBezTo>
                <a:cubicBezTo>
                  <a:pt x="601194" y="39370"/>
                  <a:pt x="644896" y="45720"/>
                  <a:pt x="680330" y="57150"/>
                </a:cubicBezTo>
                <a:cubicBezTo>
                  <a:pt x="708677" y="67310"/>
                  <a:pt x="750016" y="91440"/>
                  <a:pt x="758284" y="92710"/>
                </a:cubicBezTo>
                <a:cubicBezTo>
                  <a:pt x="759465" y="92710"/>
                  <a:pt x="758284" y="91440"/>
                  <a:pt x="760646" y="91440"/>
                </a:cubicBezTo>
                <a:cubicBezTo>
                  <a:pt x="767733" y="91440"/>
                  <a:pt x="810253" y="99060"/>
                  <a:pt x="837419" y="106680"/>
                </a:cubicBezTo>
                <a:cubicBezTo>
                  <a:pt x="870491" y="116840"/>
                  <a:pt x="909468" y="133350"/>
                  <a:pt x="942540" y="148590"/>
                </a:cubicBezTo>
                <a:cubicBezTo>
                  <a:pt x="973249" y="163830"/>
                  <a:pt x="1007502" y="200660"/>
                  <a:pt x="1028762" y="196850"/>
                </a:cubicBezTo>
                <a:cubicBezTo>
                  <a:pt x="1044117" y="193040"/>
                  <a:pt x="1046479" y="166370"/>
                  <a:pt x="1063015" y="154940"/>
                </a:cubicBezTo>
                <a:cubicBezTo>
                  <a:pt x="1084275" y="138430"/>
                  <a:pt x="1123252" y="124460"/>
                  <a:pt x="1152781" y="116840"/>
                </a:cubicBezTo>
                <a:cubicBezTo>
                  <a:pt x="1178765" y="111760"/>
                  <a:pt x="1202388" y="106680"/>
                  <a:pt x="1228373" y="113030"/>
                </a:cubicBezTo>
                <a:cubicBezTo>
                  <a:pt x="1260263" y="119380"/>
                  <a:pt x="1301603" y="140970"/>
                  <a:pt x="1325225" y="166370"/>
                </a:cubicBezTo>
                <a:cubicBezTo>
                  <a:pt x="1346485" y="189230"/>
                  <a:pt x="1358297" y="218440"/>
                  <a:pt x="1367746" y="251460"/>
                </a:cubicBezTo>
                <a:cubicBezTo>
                  <a:pt x="1379557" y="288290"/>
                  <a:pt x="1381919" y="341630"/>
                  <a:pt x="1384282" y="382270"/>
                </a:cubicBezTo>
                <a:cubicBezTo>
                  <a:pt x="1386644" y="416560"/>
                  <a:pt x="1387825" y="450850"/>
                  <a:pt x="1386644" y="480060"/>
                </a:cubicBezTo>
                <a:cubicBezTo>
                  <a:pt x="1385463" y="501650"/>
                  <a:pt x="1378376" y="533400"/>
                  <a:pt x="1381919" y="539750"/>
                </a:cubicBezTo>
                <a:cubicBezTo>
                  <a:pt x="1381919" y="541020"/>
                  <a:pt x="1383100" y="541020"/>
                  <a:pt x="1384282" y="541020"/>
                </a:cubicBezTo>
                <a:cubicBezTo>
                  <a:pt x="1386644" y="543560"/>
                  <a:pt x="1392549" y="549910"/>
                  <a:pt x="1396093" y="554990"/>
                </a:cubicBezTo>
                <a:cubicBezTo>
                  <a:pt x="1399636" y="560070"/>
                  <a:pt x="1405542" y="571500"/>
                  <a:pt x="1405542" y="571500"/>
                </a:cubicBezTo>
                <a:cubicBezTo>
                  <a:pt x="1405542" y="571500"/>
                  <a:pt x="1425621" y="618490"/>
                  <a:pt x="1429164" y="631190"/>
                </a:cubicBezTo>
                <a:cubicBezTo>
                  <a:pt x="1430346" y="635000"/>
                  <a:pt x="1429164" y="638810"/>
                  <a:pt x="1431527" y="641350"/>
                </a:cubicBezTo>
                <a:cubicBezTo>
                  <a:pt x="1431527" y="642620"/>
                  <a:pt x="1433889" y="641350"/>
                  <a:pt x="1435070" y="643890"/>
                </a:cubicBezTo>
                <a:cubicBezTo>
                  <a:pt x="1445700" y="651510"/>
                  <a:pt x="1485858" y="687070"/>
                  <a:pt x="1502394" y="713740"/>
                </a:cubicBezTo>
                <a:cubicBezTo>
                  <a:pt x="1518930" y="739140"/>
                  <a:pt x="1533104" y="768350"/>
                  <a:pt x="1535466" y="798830"/>
                </a:cubicBezTo>
                <a:cubicBezTo>
                  <a:pt x="1537828" y="831850"/>
                  <a:pt x="1529560" y="882650"/>
                  <a:pt x="1509481" y="904240"/>
                </a:cubicBezTo>
                <a:cubicBezTo>
                  <a:pt x="1489402" y="925830"/>
                  <a:pt x="1437432" y="913130"/>
                  <a:pt x="1416172" y="933450"/>
                </a:cubicBezTo>
                <a:cubicBezTo>
                  <a:pt x="1396093" y="949960"/>
                  <a:pt x="1397274" y="990600"/>
                  <a:pt x="1379557" y="1010920"/>
                </a:cubicBezTo>
                <a:cubicBezTo>
                  <a:pt x="1361840" y="1029970"/>
                  <a:pt x="1328769" y="1035050"/>
                  <a:pt x="1311052" y="1052830"/>
                </a:cubicBezTo>
                <a:cubicBezTo>
                  <a:pt x="1295697" y="1069340"/>
                  <a:pt x="1293335" y="1089660"/>
                  <a:pt x="1276799" y="1112520"/>
                </a:cubicBezTo>
                <a:cubicBezTo>
                  <a:pt x="1248452" y="1151890"/>
                  <a:pt x="1184671" y="1220470"/>
                  <a:pt x="1144513" y="1257300"/>
                </a:cubicBezTo>
                <a:cubicBezTo>
                  <a:pt x="1116166" y="1285240"/>
                  <a:pt x="1093724" y="1304290"/>
                  <a:pt x="1065377" y="1322070"/>
                </a:cubicBezTo>
                <a:cubicBezTo>
                  <a:pt x="1035849" y="1341120"/>
                  <a:pt x="987423" y="1339850"/>
                  <a:pt x="969706" y="1366520"/>
                </a:cubicBezTo>
                <a:cubicBezTo>
                  <a:pt x="949627" y="1395730"/>
                  <a:pt x="963800" y="1454150"/>
                  <a:pt x="957894" y="1497330"/>
                </a:cubicBezTo>
                <a:cubicBezTo>
                  <a:pt x="951989" y="1540510"/>
                  <a:pt x="941359" y="1588770"/>
                  <a:pt x="934272" y="1625600"/>
                </a:cubicBezTo>
                <a:cubicBezTo>
                  <a:pt x="928366" y="1656080"/>
                  <a:pt x="926004" y="1677670"/>
                  <a:pt x="917736" y="1706880"/>
                </a:cubicBezTo>
                <a:cubicBezTo>
                  <a:pt x="907106" y="1741170"/>
                  <a:pt x="890570" y="1786890"/>
                  <a:pt x="872853" y="1816100"/>
                </a:cubicBezTo>
                <a:cubicBezTo>
                  <a:pt x="857499" y="1840230"/>
                  <a:pt x="845687" y="1858010"/>
                  <a:pt x="822065" y="1873250"/>
                </a:cubicBezTo>
                <a:cubicBezTo>
                  <a:pt x="788993" y="1894840"/>
                  <a:pt x="725212" y="1916430"/>
                  <a:pt x="680330" y="1916430"/>
                </a:cubicBezTo>
                <a:cubicBezTo>
                  <a:pt x="637809" y="1915160"/>
                  <a:pt x="597651" y="1897380"/>
                  <a:pt x="559854" y="1874520"/>
                </a:cubicBezTo>
                <a:cubicBezTo>
                  <a:pt x="517334" y="1847850"/>
                  <a:pt x="470089" y="1800860"/>
                  <a:pt x="440561" y="1760220"/>
                </a:cubicBezTo>
                <a:cubicBezTo>
                  <a:pt x="414576" y="1724660"/>
                  <a:pt x="402765" y="1680210"/>
                  <a:pt x="385048" y="1648460"/>
                </a:cubicBezTo>
                <a:cubicBezTo>
                  <a:pt x="370874" y="1621790"/>
                  <a:pt x="355519" y="1604010"/>
                  <a:pt x="343708" y="1577340"/>
                </a:cubicBezTo>
                <a:cubicBezTo>
                  <a:pt x="329535" y="1548130"/>
                  <a:pt x="317723" y="1513840"/>
                  <a:pt x="310637" y="1479550"/>
                </a:cubicBezTo>
                <a:cubicBezTo>
                  <a:pt x="302369" y="1442720"/>
                  <a:pt x="298825" y="1402080"/>
                  <a:pt x="296463" y="1362710"/>
                </a:cubicBezTo>
                <a:cubicBezTo>
                  <a:pt x="292920" y="1320800"/>
                  <a:pt x="291738" y="1281430"/>
                  <a:pt x="292920" y="1236980"/>
                </a:cubicBezTo>
                <a:cubicBezTo>
                  <a:pt x="292920" y="1187450"/>
                  <a:pt x="297644" y="1118870"/>
                  <a:pt x="302369" y="1079500"/>
                </a:cubicBezTo>
                <a:cubicBezTo>
                  <a:pt x="304731" y="1055370"/>
                  <a:pt x="309455" y="1045210"/>
                  <a:pt x="310637" y="1022350"/>
                </a:cubicBezTo>
                <a:cubicBezTo>
                  <a:pt x="311818" y="982980"/>
                  <a:pt x="297644" y="906780"/>
                  <a:pt x="297644" y="868680"/>
                </a:cubicBezTo>
                <a:cubicBezTo>
                  <a:pt x="297644" y="844550"/>
                  <a:pt x="307093" y="812800"/>
                  <a:pt x="302369" y="811530"/>
                </a:cubicBezTo>
                <a:cubicBezTo>
                  <a:pt x="298825" y="810260"/>
                  <a:pt x="291738" y="842010"/>
                  <a:pt x="278746" y="850900"/>
                </a:cubicBezTo>
                <a:cubicBezTo>
                  <a:pt x="262210" y="862330"/>
                  <a:pt x="231501" y="869950"/>
                  <a:pt x="206697" y="864870"/>
                </a:cubicBezTo>
                <a:cubicBezTo>
                  <a:pt x="173626" y="858520"/>
                  <a:pt x="132286" y="826770"/>
                  <a:pt x="103939" y="798830"/>
                </a:cubicBezTo>
                <a:cubicBezTo>
                  <a:pt x="76773" y="770890"/>
                  <a:pt x="56694" y="736600"/>
                  <a:pt x="40158" y="701040"/>
                </a:cubicBezTo>
                <a:cubicBezTo>
                  <a:pt x="23623" y="666750"/>
                  <a:pt x="12992" y="623570"/>
                  <a:pt x="5906" y="589280"/>
                </a:cubicBezTo>
                <a:cubicBezTo>
                  <a:pt x="1181" y="561340"/>
                  <a:pt x="2362" y="538480"/>
                  <a:pt x="1181" y="511810"/>
                </a:cubicBezTo>
                <a:cubicBezTo>
                  <a:pt x="0" y="481330"/>
                  <a:pt x="1181" y="412750"/>
                  <a:pt x="1181" y="412750"/>
                </a:cubicBezTo>
                <a:moveTo>
                  <a:pt x="161814" y="411480"/>
                </a:moveTo>
                <a:cubicBezTo>
                  <a:pt x="164177" y="530860"/>
                  <a:pt x="161814" y="561340"/>
                  <a:pt x="167720" y="581660"/>
                </a:cubicBezTo>
                <a:cubicBezTo>
                  <a:pt x="172445" y="595630"/>
                  <a:pt x="181894" y="617220"/>
                  <a:pt x="188980" y="615950"/>
                </a:cubicBezTo>
                <a:cubicBezTo>
                  <a:pt x="198429" y="614680"/>
                  <a:pt x="205516" y="562610"/>
                  <a:pt x="216146" y="534670"/>
                </a:cubicBezTo>
                <a:cubicBezTo>
                  <a:pt x="227958" y="505460"/>
                  <a:pt x="236226" y="466090"/>
                  <a:pt x="259848" y="445770"/>
                </a:cubicBezTo>
                <a:cubicBezTo>
                  <a:pt x="285833" y="422910"/>
                  <a:pt x="349614" y="412750"/>
                  <a:pt x="376780" y="414020"/>
                </a:cubicBezTo>
                <a:cubicBezTo>
                  <a:pt x="389772" y="415290"/>
                  <a:pt x="400402" y="429260"/>
                  <a:pt x="407489" y="425450"/>
                </a:cubicBezTo>
                <a:cubicBezTo>
                  <a:pt x="413395" y="422910"/>
                  <a:pt x="411032" y="410210"/>
                  <a:pt x="415757" y="400050"/>
                </a:cubicBezTo>
                <a:cubicBezTo>
                  <a:pt x="425206" y="378460"/>
                  <a:pt x="452372" y="337820"/>
                  <a:pt x="468908" y="309880"/>
                </a:cubicBezTo>
                <a:cubicBezTo>
                  <a:pt x="483081" y="284480"/>
                  <a:pt x="496074" y="256540"/>
                  <a:pt x="510247" y="236220"/>
                </a:cubicBezTo>
                <a:cubicBezTo>
                  <a:pt x="522058" y="220980"/>
                  <a:pt x="546862" y="204470"/>
                  <a:pt x="543319" y="195580"/>
                </a:cubicBezTo>
                <a:cubicBezTo>
                  <a:pt x="540956" y="186690"/>
                  <a:pt x="503160" y="193040"/>
                  <a:pt x="479538" y="190500"/>
                </a:cubicBezTo>
                <a:cubicBezTo>
                  <a:pt x="450010" y="186690"/>
                  <a:pt x="414576" y="176530"/>
                  <a:pt x="379142" y="173990"/>
                </a:cubicBezTo>
                <a:cubicBezTo>
                  <a:pt x="341346" y="171450"/>
                  <a:pt x="292920" y="165100"/>
                  <a:pt x="259848" y="176530"/>
                </a:cubicBezTo>
                <a:cubicBezTo>
                  <a:pt x="232682" y="186690"/>
                  <a:pt x="205516" y="204470"/>
                  <a:pt x="191343" y="227330"/>
                </a:cubicBezTo>
                <a:cubicBezTo>
                  <a:pt x="178350" y="246380"/>
                  <a:pt x="177169" y="273050"/>
                  <a:pt x="172445" y="300990"/>
                </a:cubicBezTo>
                <a:cubicBezTo>
                  <a:pt x="166539" y="334010"/>
                  <a:pt x="161814" y="411480"/>
                  <a:pt x="161814" y="411480"/>
                </a:cubicBezTo>
                <a:moveTo>
                  <a:pt x="426387" y="1272540"/>
                </a:moveTo>
                <a:cubicBezTo>
                  <a:pt x="434655" y="1388110"/>
                  <a:pt x="442923" y="1459230"/>
                  <a:pt x="458277" y="1501140"/>
                </a:cubicBezTo>
                <a:cubicBezTo>
                  <a:pt x="470089" y="1532890"/>
                  <a:pt x="486625" y="1550670"/>
                  <a:pt x="504341" y="1579880"/>
                </a:cubicBezTo>
                <a:cubicBezTo>
                  <a:pt x="527964" y="1620520"/>
                  <a:pt x="553949" y="1685290"/>
                  <a:pt x="585839" y="1719580"/>
                </a:cubicBezTo>
                <a:cubicBezTo>
                  <a:pt x="610643" y="1746250"/>
                  <a:pt x="640171" y="1770380"/>
                  <a:pt x="670880" y="1774190"/>
                </a:cubicBezTo>
                <a:cubicBezTo>
                  <a:pt x="700409" y="1779270"/>
                  <a:pt x="741748" y="1766570"/>
                  <a:pt x="764190" y="1747520"/>
                </a:cubicBezTo>
                <a:cubicBezTo>
                  <a:pt x="784269" y="1731010"/>
                  <a:pt x="791356" y="1700530"/>
                  <a:pt x="800804" y="1675130"/>
                </a:cubicBezTo>
                <a:cubicBezTo>
                  <a:pt x="809072" y="1651000"/>
                  <a:pt x="812616" y="1628140"/>
                  <a:pt x="819703" y="1601470"/>
                </a:cubicBezTo>
                <a:cubicBezTo>
                  <a:pt x="826789" y="1567180"/>
                  <a:pt x="836238" y="1522730"/>
                  <a:pt x="840963" y="1487170"/>
                </a:cubicBezTo>
                <a:cubicBezTo>
                  <a:pt x="845687" y="1455420"/>
                  <a:pt x="858680" y="1409700"/>
                  <a:pt x="848050" y="1398270"/>
                </a:cubicBezTo>
                <a:cubicBezTo>
                  <a:pt x="838601" y="1388110"/>
                  <a:pt x="812616" y="1404620"/>
                  <a:pt x="793718" y="1404620"/>
                </a:cubicBezTo>
                <a:cubicBezTo>
                  <a:pt x="771276" y="1403350"/>
                  <a:pt x="745292" y="1398270"/>
                  <a:pt x="724031" y="1388110"/>
                </a:cubicBezTo>
                <a:cubicBezTo>
                  <a:pt x="701590" y="1379220"/>
                  <a:pt x="668518" y="1356360"/>
                  <a:pt x="661431" y="1348740"/>
                </a:cubicBezTo>
                <a:cubicBezTo>
                  <a:pt x="659069" y="1346200"/>
                  <a:pt x="660250" y="1344930"/>
                  <a:pt x="657888" y="1343660"/>
                </a:cubicBezTo>
                <a:cubicBezTo>
                  <a:pt x="653164" y="1341120"/>
                  <a:pt x="635447" y="1348740"/>
                  <a:pt x="618911" y="1348740"/>
                </a:cubicBezTo>
                <a:cubicBezTo>
                  <a:pt x="587020" y="1347470"/>
                  <a:pt x="513790" y="1338580"/>
                  <a:pt x="480719" y="1320800"/>
                </a:cubicBezTo>
                <a:cubicBezTo>
                  <a:pt x="455915" y="1309370"/>
                  <a:pt x="426387" y="1272540"/>
                  <a:pt x="426387" y="1272540"/>
                </a:cubicBezTo>
                <a:moveTo>
                  <a:pt x="450010" y="953770"/>
                </a:moveTo>
                <a:cubicBezTo>
                  <a:pt x="455915" y="1007110"/>
                  <a:pt x="468908" y="1055370"/>
                  <a:pt x="485443" y="1089660"/>
                </a:cubicBezTo>
                <a:cubicBezTo>
                  <a:pt x="503160" y="1127760"/>
                  <a:pt x="538594" y="1189990"/>
                  <a:pt x="557492" y="1198880"/>
                </a:cubicBezTo>
                <a:cubicBezTo>
                  <a:pt x="565760" y="1202690"/>
                  <a:pt x="575209" y="1202690"/>
                  <a:pt x="579934" y="1197610"/>
                </a:cubicBezTo>
                <a:cubicBezTo>
                  <a:pt x="587020" y="1186180"/>
                  <a:pt x="569303" y="1144270"/>
                  <a:pt x="566941" y="1113790"/>
                </a:cubicBezTo>
                <a:cubicBezTo>
                  <a:pt x="563398" y="1078230"/>
                  <a:pt x="561036" y="1036320"/>
                  <a:pt x="562217" y="995680"/>
                </a:cubicBezTo>
                <a:cubicBezTo>
                  <a:pt x="564579" y="951230"/>
                  <a:pt x="591745" y="889000"/>
                  <a:pt x="577571" y="859790"/>
                </a:cubicBezTo>
                <a:cubicBezTo>
                  <a:pt x="566941" y="836930"/>
                  <a:pt x="526783" y="833120"/>
                  <a:pt x="512609" y="819150"/>
                </a:cubicBezTo>
                <a:cubicBezTo>
                  <a:pt x="504341" y="810260"/>
                  <a:pt x="500798" y="792480"/>
                  <a:pt x="497255" y="792480"/>
                </a:cubicBezTo>
                <a:cubicBezTo>
                  <a:pt x="494892" y="792480"/>
                  <a:pt x="493711" y="797560"/>
                  <a:pt x="491349" y="803910"/>
                </a:cubicBezTo>
                <a:cubicBezTo>
                  <a:pt x="486625" y="817880"/>
                  <a:pt x="473632" y="857250"/>
                  <a:pt x="466545" y="883920"/>
                </a:cubicBezTo>
                <a:cubicBezTo>
                  <a:pt x="459459" y="908050"/>
                  <a:pt x="450010" y="953770"/>
                  <a:pt x="450010" y="953770"/>
                </a:cubicBezTo>
                <a:moveTo>
                  <a:pt x="537413" y="469900"/>
                </a:moveTo>
                <a:cubicBezTo>
                  <a:pt x="590564" y="426720"/>
                  <a:pt x="620092" y="405130"/>
                  <a:pt x="647258" y="392430"/>
                </a:cubicBezTo>
                <a:cubicBezTo>
                  <a:pt x="674424" y="379730"/>
                  <a:pt x="711039" y="369570"/>
                  <a:pt x="733480" y="368300"/>
                </a:cubicBezTo>
                <a:cubicBezTo>
                  <a:pt x="748835" y="367030"/>
                  <a:pt x="765371" y="379730"/>
                  <a:pt x="771276" y="373380"/>
                </a:cubicBezTo>
                <a:cubicBezTo>
                  <a:pt x="779544" y="360680"/>
                  <a:pt x="745292" y="275590"/>
                  <a:pt x="732299" y="260350"/>
                </a:cubicBezTo>
                <a:cubicBezTo>
                  <a:pt x="726394" y="254000"/>
                  <a:pt x="720488" y="252730"/>
                  <a:pt x="715763" y="251460"/>
                </a:cubicBezTo>
                <a:cubicBezTo>
                  <a:pt x="711039" y="251460"/>
                  <a:pt x="708677" y="251460"/>
                  <a:pt x="703952" y="254000"/>
                </a:cubicBezTo>
                <a:cubicBezTo>
                  <a:pt x="688597" y="260350"/>
                  <a:pt x="650801" y="287020"/>
                  <a:pt x="627179" y="314960"/>
                </a:cubicBezTo>
                <a:cubicBezTo>
                  <a:pt x="597651" y="349250"/>
                  <a:pt x="558673" y="425450"/>
                  <a:pt x="545681" y="450850"/>
                </a:cubicBezTo>
                <a:cubicBezTo>
                  <a:pt x="540956" y="459740"/>
                  <a:pt x="537413" y="469900"/>
                  <a:pt x="537413" y="469900"/>
                </a:cubicBezTo>
                <a:moveTo>
                  <a:pt x="587020" y="615950"/>
                </a:moveTo>
                <a:cubicBezTo>
                  <a:pt x="623635" y="695960"/>
                  <a:pt x="634266" y="613410"/>
                  <a:pt x="642533" y="589280"/>
                </a:cubicBezTo>
                <a:cubicBezTo>
                  <a:pt x="646077" y="576580"/>
                  <a:pt x="654345" y="562610"/>
                  <a:pt x="650801" y="561340"/>
                </a:cubicBezTo>
                <a:cubicBezTo>
                  <a:pt x="647258" y="557530"/>
                  <a:pt x="587020" y="615950"/>
                  <a:pt x="587020" y="615950"/>
                </a:cubicBezTo>
                <a:moveTo>
                  <a:pt x="700409" y="989330"/>
                </a:moveTo>
                <a:cubicBezTo>
                  <a:pt x="709858" y="1121410"/>
                  <a:pt x="709858" y="1167130"/>
                  <a:pt x="721669" y="1176020"/>
                </a:cubicBezTo>
                <a:cubicBezTo>
                  <a:pt x="728756" y="1181100"/>
                  <a:pt x="737024" y="1173480"/>
                  <a:pt x="748835" y="1169670"/>
                </a:cubicBezTo>
                <a:cubicBezTo>
                  <a:pt x="773639" y="1162050"/>
                  <a:pt x="840963" y="1148080"/>
                  <a:pt x="855136" y="1123950"/>
                </a:cubicBezTo>
                <a:cubicBezTo>
                  <a:pt x="865766" y="1107440"/>
                  <a:pt x="862223" y="1079500"/>
                  <a:pt x="855136" y="1060450"/>
                </a:cubicBezTo>
                <a:cubicBezTo>
                  <a:pt x="846869" y="1038860"/>
                  <a:pt x="822065" y="1021080"/>
                  <a:pt x="803167" y="1004570"/>
                </a:cubicBezTo>
                <a:cubicBezTo>
                  <a:pt x="785450" y="988060"/>
                  <a:pt x="761827" y="974090"/>
                  <a:pt x="744110" y="962660"/>
                </a:cubicBezTo>
                <a:cubicBezTo>
                  <a:pt x="728756" y="952500"/>
                  <a:pt x="711039" y="932180"/>
                  <a:pt x="703952" y="935990"/>
                </a:cubicBezTo>
                <a:cubicBezTo>
                  <a:pt x="696865" y="939800"/>
                  <a:pt x="700409" y="989330"/>
                  <a:pt x="700409" y="989330"/>
                </a:cubicBezTo>
                <a:moveTo>
                  <a:pt x="729937" y="754380"/>
                </a:moveTo>
                <a:cubicBezTo>
                  <a:pt x="734661" y="755650"/>
                  <a:pt x="732299" y="745490"/>
                  <a:pt x="732299" y="745490"/>
                </a:cubicBezTo>
                <a:cubicBezTo>
                  <a:pt x="732299" y="745490"/>
                  <a:pt x="729937" y="754380"/>
                  <a:pt x="729937" y="754380"/>
                </a:cubicBezTo>
                <a:moveTo>
                  <a:pt x="750016" y="676910"/>
                </a:moveTo>
                <a:cubicBezTo>
                  <a:pt x="799623" y="614680"/>
                  <a:pt x="817340" y="619760"/>
                  <a:pt x="819703" y="617220"/>
                </a:cubicBezTo>
                <a:cubicBezTo>
                  <a:pt x="819703" y="617220"/>
                  <a:pt x="819703" y="615950"/>
                  <a:pt x="818521" y="614680"/>
                </a:cubicBezTo>
                <a:cubicBezTo>
                  <a:pt x="818521" y="608330"/>
                  <a:pt x="811435" y="547370"/>
                  <a:pt x="804348" y="538480"/>
                </a:cubicBezTo>
                <a:cubicBezTo>
                  <a:pt x="801986" y="535940"/>
                  <a:pt x="799623" y="535940"/>
                  <a:pt x="796080" y="537210"/>
                </a:cubicBezTo>
                <a:cubicBezTo>
                  <a:pt x="786631" y="542290"/>
                  <a:pt x="771276" y="600710"/>
                  <a:pt x="763008" y="626110"/>
                </a:cubicBezTo>
                <a:cubicBezTo>
                  <a:pt x="757103" y="645160"/>
                  <a:pt x="750016" y="676910"/>
                  <a:pt x="750016" y="676910"/>
                </a:cubicBezTo>
                <a:moveTo>
                  <a:pt x="902381" y="303530"/>
                </a:moveTo>
                <a:cubicBezTo>
                  <a:pt x="916555" y="358140"/>
                  <a:pt x="917736" y="405130"/>
                  <a:pt x="922461" y="405130"/>
                </a:cubicBezTo>
                <a:cubicBezTo>
                  <a:pt x="927185" y="406400"/>
                  <a:pt x="936634" y="353060"/>
                  <a:pt x="941359" y="340360"/>
                </a:cubicBezTo>
                <a:cubicBezTo>
                  <a:pt x="943721" y="334010"/>
                  <a:pt x="948445" y="332740"/>
                  <a:pt x="947264" y="328930"/>
                </a:cubicBezTo>
                <a:cubicBezTo>
                  <a:pt x="946083" y="322580"/>
                  <a:pt x="923642" y="317500"/>
                  <a:pt x="915374" y="312420"/>
                </a:cubicBezTo>
                <a:cubicBezTo>
                  <a:pt x="909468" y="308610"/>
                  <a:pt x="902381" y="303530"/>
                  <a:pt x="902381" y="303530"/>
                </a:cubicBezTo>
                <a:moveTo>
                  <a:pt x="1025219" y="1168400"/>
                </a:moveTo>
                <a:cubicBezTo>
                  <a:pt x="1059471" y="1137920"/>
                  <a:pt x="1085456" y="1117600"/>
                  <a:pt x="1085456" y="1109980"/>
                </a:cubicBezTo>
                <a:cubicBezTo>
                  <a:pt x="1085456" y="1106170"/>
                  <a:pt x="1079551" y="1101090"/>
                  <a:pt x="1077188" y="1102360"/>
                </a:cubicBezTo>
                <a:cubicBezTo>
                  <a:pt x="1076007" y="1102360"/>
                  <a:pt x="1074826" y="1109980"/>
                  <a:pt x="1074826" y="1109980"/>
                </a:cubicBezTo>
                <a:cubicBezTo>
                  <a:pt x="1073645" y="1109980"/>
                  <a:pt x="1070102" y="1115060"/>
                  <a:pt x="1067739" y="1117600"/>
                </a:cubicBezTo>
                <a:cubicBezTo>
                  <a:pt x="1066558" y="1120140"/>
                  <a:pt x="1061834" y="1126490"/>
                  <a:pt x="1061834" y="1126490"/>
                </a:cubicBezTo>
                <a:cubicBezTo>
                  <a:pt x="1061834" y="1126490"/>
                  <a:pt x="1057109" y="1130300"/>
                  <a:pt x="1054747" y="1132840"/>
                </a:cubicBezTo>
                <a:cubicBezTo>
                  <a:pt x="1052385" y="1134110"/>
                  <a:pt x="1051204" y="1134110"/>
                  <a:pt x="1048841" y="1136650"/>
                </a:cubicBezTo>
                <a:cubicBezTo>
                  <a:pt x="1042936" y="1143000"/>
                  <a:pt x="1025219" y="1168400"/>
                  <a:pt x="1025219" y="1168400"/>
                </a:cubicBezTo>
                <a:moveTo>
                  <a:pt x="1153962" y="284480"/>
                </a:moveTo>
                <a:cubicBezTo>
                  <a:pt x="1222467" y="354330"/>
                  <a:pt x="1228373" y="375920"/>
                  <a:pt x="1233097" y="374650"/>
                </a:cubicBezTo>
                <a:cubicBezTo>
                  <a:pt x="1239003" y="372110"/>
                  <a:pt x="1244908" y="285750"/>
                  <a:pt x="1229554" y="271780"/>
                </a:cubicBezTo>
                <a:cubicBezTo>
                  <a:pt x="1216561" y="259080"/>
                  <a:pt x="1153962" y="284480"/>
                  <a:pt x="1153962" y="284480"/>
                </a:cubicBezTo>
              </a:path>
            </a:pathLst>
          </a:custGeom>
          <a:solidFill>
            <a:srgbClr val="042B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15547231" y="4347077"/>
            <a:ext cx="1061938" cy="43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66" b="0" i="0" u="none" strike="noStrike" cap="none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Node.js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261093-D008-3A6E-1C42-3E888C896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136" y="3352800"/>
            <a:ext cx="4332680" cy="26602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36AF93-868E-9DC0-AA55-7C50AED5DE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8971" y="3328334"/>
            <a:ext cx="3916232" cy="27091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45E9F7-7FA6-AA33-73F3-348B68B26D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85713" y="3352800"/>
            <a:ext cx="3804081" cy="26602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/>
        </p:nvSpPr>
        <p:spPr>
          <a:xfrm>
            <a:off x="1538288" y="7866654"/>
            <a:ext cx="40100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5" name="Google Shape;135;p3"/>
          <p:cNvSpPr txBox="1"/>
          <p:nvPr/>
        </p:nvSpPr>
        <p:spPr>
          <a:xfrm>
            <a:off x="162233" y="399382"/>
            <a:ext cx="18125768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Core Features of</a:t>
            </a:r>
            <a:endParaRPr lang="en-US" sz="4000" b="1" dirty="0">
              <a:solidFill>
                <a:srgbClr val="B0AFD3"/>
              </a:solidFill>
              <a:latin typeface="Bricolage Grotesque SemiBold"/>
              <a:ea typeface="Bricolage Grotesque SemiBold"/>
              <a:cs typeface="Bricolage Grotesque SemiBold"/>
              <a:sym typeface="Bricolage Grotesque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B0AFD3"/>
                </a:solidFill>
                <a:latin typeface="Bricolage Grotesque SemiBold"/>
                <a:sym typeface="Bricolage Grotesque SemiBold"/>
              </a:rPr>
              <a:t>MediStock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D073C1-C7DE-A487-9A6A-F4802310E8BB}"/>
              </a:ext>
            </a:extLst>
          </p:cNvPr>
          <p:cNvSpPr txBox="1"/>
          <p:nvPr/>
        </p:nvSpPr>
        <p:spPr>
          <a:xfrm>
            <a:off x="1209369" y="1548581"/>
            <a:ext cx="160757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1. User Authentication  </a:t>
            </a:r>
            <a:r>
              <a:rPr lang="en-IN" sz="2400" dirty="0">
                <a:solidFill>
                  <a:schemeClr val="tx2"/>
                </a:solidFill>
              </a:rPr>
              <a:t>–  Secure login with role-based access control for Admin, Pharmacist, Staff, and                                           Supplier.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ACFE39-BE18-C451-85D1-D6D8492EB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609" y="2779688"/>
            <a:ext cx="7934631" cy="67182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86405C-AEA8-042E-2DD7-2D2F91F92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2427" y="2428829"/>
            <a:ext cx="7831392" cy="35737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E66EE6-3E76-F972-ABAF-D5F60C33AA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2427" y="6253316"/>
            <a:ext cx="7831392" cy="37049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25">
          <a:extLst>
            <a:ext uri="{FF2B5EF4-FFF2-40B4-BE49-F238E27FC236}">
              <a16:creationId xmlns:a16="http://schemas.microsoft.com/office/drawing/2014/main" id="{87A1064B-EB97-B1CF-15C2-445850B58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>
            <a:extLst>
              <a:ext uri="{FF2B5EF4-FFF2-40B4-BE49-F238E27FC236}">
                <a16:creationId xmlns:a16="http://schemas.microsoft.com/office/drawing/2014/main" id="{E8263841-5E46-37F5-6D4D-AF6237939E33}"/>
              </a:ext>
            </a:extLst>
          </p:cNvPr>
          <p:cNvSpPr txBox="1"/>
          <p:nvPr/>
        </p:nvSpPr>
        <p:spPr>
          <a:xfrm>
            <a:off x="1538288" y="7866654"/>
            <a:ext cx="40100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28E7EC-B87A-F530-5214-74BE29171EFC}"/>
              </a:ext>
            </a:extLst>
          </p:cNvPr>
          <p:cNvSpPr txBox="1"/>
          <p:nvPr/>
        </p:nvSpPr>
        <p:spPr>
          <a:xfrm>
            <a:off x="1106129" y="1135626"/>
            <a:ext cx="160757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2. </a:t>
            </a:r>
            <a:r>
              <a:rPr lang="en-IN" sz="2400" b="1" dirty="0">
                <a:solidFill>
                  <a:schemeClr val="tx2"/>
                </a:solidFill>
              </a:rPr>
              <a:t>Medicine Stock Management</a:t>
            </a:r>
            <a:r>
              <a:rPr lang="en-IN" sz="2400" dirty="0">
                <a:solidFill>
                  <a:schemeClr val="tx2"/>
                </a:solidFill>
              </a:rPr>
              <a:t>  –  Add, update, and monitor medicine stock. </a:t>
            </a:r>
          </a:p>
          <a:p>
            <a:endParaRPr lang="en-IN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F17D1A-E12E-7C80-A2D6-3F2B694B7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58" y="2681920"/>
            <a:ext cx="7728155" cy="64694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1DB1CB-BCF1-C150-BE37-EF749BAA8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1484" y="2633988"/>
            <a:ext cx="8155858" cy="646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388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25">
          <a:extLst>
            <a:ext uri="{FF2B5EF4-FFF2-40B4-BE49-F238E27FC236}">
              <a16:creationId xmlns:a16="http://schemas.microsoft.com/office/drawing/2014/main" id="{DA343FEB-7ADB-D215-FB53-F564DE206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>
            <a:extLst>
              <a:ext uri="{FF2B5EF4-FFF2-40B4-BE49-F238E27FC236}">
                <a16:creationId xmlns:a16="http://schemas.microsoft.com/office/drawing/2014/main" id="{82D1F7DC-D26A-48AA-3FEF-E8F4A8AE1CC5}"/>
              </a:ext>
            </a:extLst>
          </p:cNvPr>
          <p:cNvSpPr txBox="1"/>
          <p:nvPr/>
        </p:nvSpPr>
        <p:spPr>
          <a:xfrm>
            <a:off x="1538288" y="7866654"/>
            <a:ext cx="40100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AE9C3E-7822-EF5A-20E3-2FA36FE6EA02}"/>
              </a:ext>
            </a:extLst>
          </p:cNvPr>
          <p:cNvSpPr txBox="1"/>
          <p:nvPr/>
        </p:nvSpPr>
        <p:spPr>
          <a:xfrm>
            <a:off x="1106129" y="1165123"/>
            <a:ext cx="160757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</a:rPr>
              <a:t>3. Inventory Tracking</a:t>
            </a:r>
            <a:r>
              <a:rPr lang="en-IN" sz="2400" dirty="0">
                <a:solidFill>
                  <a:schemeClr val="tx2"/>
                </a:solidFill>
              </a:rPr>
              <a:t>  –  Keep track of available quantities and stock changes.</a:t>
            </a:r>
          </a:p>
          <a:p>
            <a:endParaRPr lang="en-IN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D6B449-767C-735E-2AEC-36BAE892D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28" y="1996119"/>
            <a:ext cx="16459201" cy="779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914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25">
          <a:extLst>
            <a:ext uri="{FF2B5EF4-FFF2-40B4-BE49-F238E27FC236}">
              <a16:creationId xmlns:a16="http://schemas.microsoft.com/office/drawing/2014/main" id="{0C39CC60-2CF7-7AA9-BCB6-C33999618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>
            <a:extLst>
              <a:ext uri="{FF2B5EF4-FFF2-40B4-BE49-F238E27FC236}">
                <a16:creationId xmlns:a16="http://schemas.microsoft.com/office/drawing/2014/main" id="{00B4FD3D-EFAF-F7B1-FBD3-C89240F04C92}"/>
              </a:ext>
            </a:extLst>
          </p:cNvPr>
          <p:cNvSpPr txBox="1"/>
          <p:nvPr/>
        </p:nvSpPr>
        <p:spPr>
          <a:xfrm>
            <a:off x="1538288" y="7866654"/>
            <a:ext cx="40100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6EC43A-4991-013A-1748-1669D861F9BA}"/>
              </a:ext>
            </a:extLst>
          </p:cNvPr>
          <p:cNvSpPr txBox="1"/>
          <p:nvPr/>
        </p:nvSpPr>
        <p:spPr>
          <a:xfrm>
            <a:off x="1091381" y="884903"/>
            <a:ext cx="160904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</a:rPr>
              <a:t>4. Purchase Orders</a:t>
            </a:r>
            <a:r>
              <a:rPr lang="en-IN" sz="2400" dirty="0">
                <a:solidFill>
                  <a:schemeClr val="tx2"/>
                </a:solidFill>
              </a:rPr>
              <a:t>  –  Create, manage, track, and update medicine purchase orders from suppliers to maintain optimal stock levels.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C947F7-4D84-9740-83B7-6653EC43D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361" y="2492477"/>
            <a:ext cx="8052620" cy="61648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7ECB5A-B3EA-E73F-D78B-F059B13C1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7678" y="2492475"/>
            <a:ext cx="7669162" cy="616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00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25">
          <a:extLst>
            <a:ext uri="{FF2B5EF4-FFF2-40B4-BE49-F238E27FC236}">
              <a16:creationId xmlns:a16="http://schemas.microsoft.com/office/drawing/2014/main" id="{69EF5F12-EBBE-F07C-D894-D791700C4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>
            <a:extLst>
              <a:ext uri="{FF2B5EF4-FFF2-40B4-BE49-F238E27FC236}">
                <a16:creationId xmlns:a16="http://schemas.microsoft.com/office/drawing/2014/main" id="{F52A1001-1946-1CA9-B35D-9A4B403DF021}"/>
              </a:ext>
            </a:extLst>
          </p:cNvPr>
          <p:cNvSpPr txBox="1"/>
          <p:nvPr/>
        </p:nvSpPr>
        <p:spPr>
          <a:xfrm>
            <a:off x="1538288" y="7866654"/>
            <a:ext cx="40100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E398C4-F795-833D-9995-75D63655AE1D}"/>
              </a:ext>
            </a:extLst>
          </p:cNvPr>
          <p:cNvSpPr txBox="1"/>
          <p:nvPr/>
        </p:nvSpPr>
        <p:spPr>
          <a:xfrm>
            <a:off x="1253614" y="929149"/>
            <a:ext cx="160757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</a:rPr>
              <a:t>5. Expiry Tracking</a:t>
            </a:r>
            <a:r>
              <a:rPr lang="en-IN" sz="2400" dirty="0">
                <a:solidFill>
                  <a:schemeClr val="tx2"/>
                </a:solidFill>
              </a:rPr>
              <a:t>  –  Monitor medicine expiry dates and generate alerts to prevent expired stock usage and reduce inventory losses.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6CAE61-555E-6B38-4196-63AD0F4B0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103" y="1991031"/>
            <a:ext cx="15692284" cy="752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96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25">
          <a:extLst>
            <a:ext uri="{FF2B5EF4-FFF2-40B4-BE49-F238E27FC236}">
              <a16:creationId xmlns:a16="http://schemas.microsoft.com/office/drawing/2014/main" id="{8EE6A7AC-4BB2-3CB3-EF10-40C7078FA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>
            <a:extLst>
              <a:ext uri="{FF2B5EF4-FFF2-40B4-BE49-F238E27FC236}">
                <a16:creationId xmlns:a16="http://schemas.microsoft.com/office/drawing/2014/main" id="{E22DCF31-BD9A-319F-BF39-42C9D48379A9}"/>
              </a:ext>
            </a:extLst>
          </p:cNvPr>
          <p:cNvSpPr txBox="1"/>
          <p:nvPr/>
        </p:nvSpPr>
        <p:spPr>
          <a:xfrm>
            <a:off x="1538288" y="7866654"/>
            <a:ext cx="40100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A7DBC4-7EB0-4D1F-2969-DD241F77429A}"/>
              </a:ext>
            </a:extLst>
          </p:cNvPr>
          <p:cNvSpPr txBox="1"/>
          <p:nvPr/>
        </p:nvSpPr>
        <p:spPr>
          <a:xfrm>
            <a:off x="1106129" y="988142"/>
            <a:ext cx="160757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tx2"/>
                </a:solidFill>
              </a:rPr>
              <a:t>6.</a:t>
            </a:r>
            <a:r>
              <a:rPr lang="en-IN" sz="2400" b="1" dirty="0">
                <a:solidFill>
                  <a:schemeClr val="tx2"/>
                </a:solidFill>
              </a:rPr>
              <a:t> Notifications &amp; Reports </a:t>
            </a:r>
            <a:r>
              <a:rPr lang="en-IN" sz="2400" dirty="0">
                <a:solidFill>
                  <a:schemeClr val="tx2"/>
                </a:solidFill>
              </a:rPr>
              <a:t> –  Receive timely alerts for low stock and expiring medicines, with detailed reports for inventory monitoring and decision-making.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BA2243-4F87-6710-2A5A-96AFAA677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89" y="2418734"/>
            <a:ext cx="7934632" cy="65777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ECA946-BEF9-F261-26BD-A28989627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4982" y="2418734"/>
            <a:ext cx="8516322" cy="657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528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25">
          <a:extLst>
            <a:ext uri="{FF2B5EF4-FFF2-40B4-BE49-F238E27FC236}">
              <a16:creationId xmlns:a16="http://schemas.microsoft.com/office/drawing/2014/main" id="{4EAED86D-995B-F16C-117D-2155989C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>
            <a:extLst>
              <a:ext uri="{FF2B5EF4-FFF2-40B4-BE49-F238E27FC236}">
                <a16:creationId xmlns:a16="http://schemas.microsoft.com/office/drawing/2014/main" id="{15FAB444-D918-8C47-2D94-686A6F32C78B}"/>
              </a:ext>
            </a:extLst>
          </p:cNvPr>
          <p:cNvSpPr txBox="1"/>
          <p:nvPr/>
        </p:nvSpPr>
        <p:spPr>
          <a:xfrm>
            <a:off x="1538288" y="7866654"/>
            <a:ext cx="40100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36A936-DE44-E056-F2E6-13ABA6D620A9}"/>
              </a:ext>
            </a:extLst>
          </p:cNvPr>
          <p:cNvSpPr txBox="1"/>
          <p:nvPr/>
        </p:nvSpPr>
        <p:spPr>
          <a:xfrm>
            <a:off x="1209369" y="1135626"/>
            <a:ext cx="16075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</a:rPr>
              <a:t>7</a:t>
            </a:r>
            <a:r>
              <a:rPr lang="en-IN" sz="2400" b="1" dirty="0">
                <a:solidFill>
                  <a:schemeClr val="bg1"/>
                </a:solidFill>
              </a:rPr>
              <a:t>. Supplier Management  </a:t>
            </a:r>
            <a:r>
              <a:rPr lang="en-IN" sz="2400" dirty="0">
                <a:solidFill>
                  <a:schemeClr val="tx2"/>
                </a:solidFill>
              </a:rPr>
              <a:t>–  Manage supplier details, purchase orders, and medicine supply records efficiently.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E49347-37B5-F4A3-6DCE-4E36B239C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76" y="2654709"/>
            <a:ext cx="7934631" cy="61058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2519A5-0834-E269-82CD-4CC7B42C2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0195" y="2654709"/>
            <a:ext cx="7698657" cy="610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792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25">
          <a:extLst>
            <a:ext uri="{FF2B5EF4-FFF2-40B4-BE49-F238E27FC236}">
              <a16:creationId xmlns:a16="http://schemas.microsoft.com/office/drawing/2014/main" id="{98767303-7B50-4E23-8668-AB2DCF5D1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>
            <a:extLst>
              <a:ext uri="{FF2B5EF4-FFF2-40B4-BE49-F238E27FC236}">
                <a16:creationId xmlns:a16="http://schemas.microsoft.com/office/drawing/2014/main" id="{B06787C2-EB63-28B1-0668-62E9431086C6}"/>
              </a:ext>
            </a:extLst>
          </p:cNvPr>
          <p:cNvSpPr txBox="1"/>
          <p:nvPr/>
        </p:nvSpPr>
        <p:spPr>
          <a:xfrm>
            <a:off x="1538288" y="7866654"/>
            <a:ext cx="40100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D6AC7E-5B78-678C-459E-3E56117A7806}"/>
              </a:ext>
            </a:extLst>
          </p:cNvPr>
          <p:cNvSpPr txBox="1"/>
          <p:nvPr/>
        </p:nvSpPr>
        <p:spPr>
          <a:xfrm>
            <a:off x="1538288" y="1053741"/>
            <a:ext cx="150728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8. </a:t>
            </a:r>
            <a:r>
              <a:rPr lang="en-IN" sz="2400" b="1" dirty="0">
                <a:solidFill>
                  <a:schemeClr val="tx2"/>
                </a:solidFill>
              </a:rPr>
              <a:t>Search &amp; Manage Medicines</a:t>
            </a:r>
            <a:r>
              <a:rPr lang="en-IN" sz="2400" dirty="0">
                <a:solidFill>
                  <a:schemeClr val="tx2"/>
                </a:solidFill>
              </a:rPr>
              <a:t>  –  Easily find and manage medicines within the system.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endParaRPr lang="en-IN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51AC40-87B7-BE48-9F81-B299CFBA5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08" y="2017473"/>
            <a:ext cx="15180546" cy="790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148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 txBox="1"/>
          <p:nvPr/>
        </p:nvSpPr>
        <p:spPr>
          <a:xfrm>
            <a:off x="558106" y="1130879"/>
            <a:ext cx="5987700" cy="3297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75" b="1" dirty="0">
                <a:solidFill>
                  <a:srgbClr val="B0AFD3"/>
                </a:solidFill>
                <a:latin typeface="Bricolage Grotesque"/>
                <a:sym typeface="Bricolage Grotesque"/>
              </a:rPr>
              <a:t>Challenges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75" b="1" dirty="0">
                <a:solidFill>
                  <a:srgbClr val="B0AFD3"/>
                </a:solidFill>
                <a:latin typeface="Bricolage Grotesque"/>
                <a:sym typeface="Bricolage Grotesque"/>
              </a:rPr>
              <a:t>In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75" b="1" dirty="0">
                <a:solidFill>
                  <a:srgbClr val="B0AFD3"/>
                </a:solidFill>
                <a:latin typeface="Bricolage Grotesque"/>
                <a:sym typeface="Bricolage Grotesque"/>
              </a:rPr>
              <a:t>MediStock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44" name="Google Shape;144;p4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4"/>
          <p:cNvGrpSpPr/>
          <p:nvPr/>
        </p:nvGrpSpPr>
        <p:grpSpPr>
          <a:xfrm>
            <a:off x="13393550" y="6012100"/>
            <a:ext cx="854762" cy="415636"/>
            <a:chOff x="0" y="-38100"/>
            <a:chExt cx="769424" cy="374139"/>
          </a:xfrm>
        </p:grpSpPr>
        <p:sp>
          <p:nvSpPr>
            <p:cNvPr id="148" name="Google Shape;148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4"/>
          <p:cNvGrpSpPr/>
          <p:nvPr/>
        </p:nvGrpSpPr>
        <p:grpSpPr>
          <a:xfrm>
            <a:off x="8123972" y="6012100"/>
            <a:ext cx="854762" cy="415636"/>
            <a:chOff x="0" y="-38100"/>
            <a:chExt cx="769424" cy="374139"/>
          </a:xfrm>
        </p:grpSpPr>
        <p:sp>
          <p:nvSpPr>
            <p:cNvPr id="151" name="Google Shape;151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4"/>
          <p:cNvGrpSpPr/>
          <p:nvPr/>
        </p:nvGrpSpPr>
        <p:grpSpPr>
          <a:xfrm>
            <a:off x="13335407" y="1436950"/>
            <a:ext cx="854762" cy="415636"/>
            <a:chOff x="0" y="-38100"/>
            <a:chExt cx="769424" cy="374139"/>
          </a:xfrm>
        </p:grpSpPr>
        <p:sp>
          <p:nvSpPr>
            <p:cNvPr id="154" name="Google Shape;154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4"/>
          <p:cNvGrpSpPr/>
          <p:nvPr/>
        </p:nvGrpSpPr>
        <p:grpSpPr>
          <a:xfrm>
            <a:off x="13090019" y="2288099"/>
            <a:ext cx="4838991" cy="3736536"/>
            <a:chOff x="74201" y="-272288"/>
            <a:chExt cx="6603211" cy="4982047"/>
          </a:xfrm>
        </p:grpSpPr>
        <p:sp>
          <p:nvSpPr>
            <p:cNvPr id="157" name="Google Shape;157;p4"/>
            <p:cNvSpPr txBox="1"/>
            <p:nvPr/>
          </p:nvSpPr>
          <p:spPr>
            <a:xfrm>
              <a:off x="345912" y="-272288"/>
              <a:ext cx="6331500" cy="49820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bg1">
                      <a:lumMod val="75000"/>
                    </a:schemeClr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Medicine Management</a:t>
              </a:r>
            </a:p>
            <a:p>
              <a:pPr lvl="0">
                <a:lnSpc>
                  <a:spcPct val="150000"/>
                </a:lnSpc>
              </a:pPr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Organizing and managing medicine information efficiently.</a:t>
              </a:r>
              <a:b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</a:br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Helps keep medicine records clear and accessible.</a:t>
              </a:r>
              <a:endParaRPr lang="en-US" sz="2387" b="1" dirty="0">
                <a:solidFill>
                  <a:schemeClr val="bg1">
                    <a:lumMod val="75000"/>
                  </a:schemeClr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387" b="1" i="0" u="none" strike="noStrike" cap="none" dirty="0">
                <a:solidFill>
                  <a:schemeClr val="bg1">
                    <a:lumMod val="75000"/>
                  </a:schemeClr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58" name="Google Shape;158;p4"/>
            <p:cNvSpPr txBox="1"/>
            <p:nvPr/>
          </p:nvSpPr>
          <p:spPr>
            <a:xfrm>
              <a:off x="74201" y="729588"/>
              <a:ext cx="6331500" cy="402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9" name="Google Shape;159;p4"/>
          <p:cNvGrpSpPr/>
          <p:nvPr/>
        </p:nvGrpSpPr>
        <p:grpSpPr>
          <a:xfrm>
            <a:off x="7858125" y="2286197"/>
            <a:ext cx="4748625" cy="3318190"/>
            <a:chOff x="0" y="-226589"/>
            <a:chExt cx="6331500" cy="1875961"/>
          </a:xfrm>
        </p:grpSpPr>
        <p:sp>
          <p:nvSpPr>
            <p:cNvPr id="160" name="Google Shape;160;p4"/>
            <p:cNvSpPr txBox="1"/>
            <p:nvPr/>
          </p:nvSpPr>
          <p:spPr>
            <a:xfrm>
              <a:off x="60170" y="-226589"/>
              <a:ext cx="5804787" cy="18759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chemeClr val="bg1">
                      <a:lumMod val="75000"/>
                    </a:schemeClr>
                  </a:solidFill>
                  <a:latin typeface="Bricolage Grotesque"/>
                  <a:sym typeface="Bricolage Grotesque"/>
                </a:rPr>
                <a:t>Stock Accuracy</a:t>
              </a:r>
            </a:p>
            <a:p>
              <a:pPr lvl="0">
                <a:lnSpc>
                  <a:spcPct val="150000"/>
                </a:lnSpc>
              </a:pPr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Maintaining correct and up-to-date medicine quantities.</a:t>
              </a:r>
              <a:b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</a:br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Ensures reliable information about available stock. </a:t>
              </a:r>
            </a:p>
            <a:p>
              <a:pPr lvl="0">
                <a:lnSpc>
                  <a:spcPct val="150000"/>
                </a:lnSpc>
              </a:pPr>
              <a:b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</a:br>
              <a:endParaRPr lang="en-IN" sz="2400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387" b="1" dirty="0">
                <a:solidFill>
                  <a:schemeClr val="bg1">
                    <a:lumMod val="75000"/>
                  </a:schemeClr>
                </a:solidFill>
                <a:latin typeface="Bricolage Grotesque"/>
                <a:sym typeface="Bricolage Grotesque"/>
              </a:endParaRPr>
            </a:p>
          </p:txBody>
        </p:sp>
        <p:sp>
          <p:nvSpPr>
            <p:cNvPr id="161" name="Google Shape;161;p4"/>
            <p:cNvSpPr txBox="1"/>
            <p:nvPr/>
          </p:nvSpPr>
          <p:spPr>
            <a:xfrm>
              <a:off x="0" y="582095"/>
              <a:ext cx="6331500" cy="402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</p:grpSp>
      <p:grpSp>
        <p:nvGrpSpPr>
          <p:cNvPr id="162" name="Google Shape;162;p4"/>
          <p:cNvGrpSpPr/>
          <p:nvPr/>
        </p:nvGrpSpPr>
        <p:grpSpPr>
          <a:xfrm>
            <a:off x="7636934" y="6980083"/>
            <a:ext cx="5115149" cy="5617563"/>
            <a:chOff x="-216305" y="409402"/>
            <a:chExt cx="6741592" cy="10048850"/>
          </a:xfrm>
        </p:grpSpPr>
        <p:sp>
          <p:nvSpPr>
            <p:cNvPr id="163" name="Google Shape;163;p4"/>
            <p:cNvSpPr txBox="1"/>
            <p:nvPr/>
          </p:nvSpPr>
          <p:spPr>
            <a:xfrm>
              <a:off x="193788" y="409402"/>
              <a:ext cx="6331499" cy="10048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en-IN" sz="2800" b="1" dirty="0">
                  <a:solidFill>
                    <a:schemeClr val="bg1">
                      <a:lumMod val="75000"/>
                    </a:schemeClr>
                  </a:solidFill>
                </a:rPr>
                <a:t>Inventory Tracking</a:t>
              </a:r>
              <a:b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</a:br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Monitoring stock levels and changes in inventory.</a:t>
              </a:r>
              <a:b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</a:br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Helps identify current stock availability</a:t>
              </a:r>
              <a:endParaRPr lang="en-US" sz="2387" b="1" i="0" u="none" strike="noStrike" cap="none" dirty="0">
                <a:solidFill>
                  <a:schemeClr val="bg1">
                    <a:lumMod val="75000"/>
                  </a:schemeClr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387" b="1" i="0" u="none" strike="noStrike" cap="none" dirty="0">
                <a:solidFill>
                  <a:schemeClr val="bg1">
                    <a:lumMod val="75000"/>
                  </a:schemeClr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387" b="1" dirty="0">
                <a:solidFill>
                  <a:schemeClr val="bg1">
                    <a:lumMod val="75000"/>
                  </a:schemeClr>
                </a:solidFill>
                <a:latin typeface="Bricolage Grotesque"/>
                <a:sym typeface="Bricolage Grotesque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387" b="1" dirty="0">
                <a:solidFill>
                  <a:schemeClr val="bg1">
                    <a:lumMod val="75000"/>
                  </a:schemeClr>
                </a:solidFill>
                <a:latin typeface="Bricolage Grotesque"/>
                <a:sym typeface="Bricolage Grotesque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387" b="1" dirty="0">
                <a:solidFill>
                  <a:schemeClr val="bg1">
                    <a:lumMod val="75000"/>
                  </a:schemeClr>
                </a:solidFill>
                <a:latin typeface="Bricolage Grotesque"/>
                <a:sym typeface="Bricolage Grotesque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387" b="1" dirty="0">
                <a:solidFill>
                  <a:schemeClr val="bg1">
                    <a:lumMod val="75000"/>
                  </a:schemeClr>
                </a:solidFill>
                <a:latin typeface="Bricolage Grotesque"/>
                <a:sym typeface="Bricolage Grotesque"/>
              </a:endParaRPr>
            </a:p>
          </p:txBody>
        </p:sp>
        <p:sp>
          <p:nvSpPr>
            <p:cNvPr id="164" name="Google Shape;164;p4"/>
            <p:cNvSpPr txBox="1"/>
            <p:nvPr/>
          </p:nvSpPr>
          <p:spPr>
            <a:xfrm>
              <a:off x="-216305" y="3244129"/>
              <a:ext cx="6331506" cy="402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5" name="Google Shape;165;p4"/>
          <p:cNvGrpSpPr/>
          <p:nvPr/>
        </p:nvGrpSpPr>
        <p:grpSpPr>
          <a:xfrm>
            <a:off x="13335407" y="6697967"/>
            <a:ext cx="5115158" cy="3144438"/>
            <a:chOff x="347967" y="-86473"/>
            <a:chExt cx="6820210" cy="4192585"/>
          </a:xfrm>
        </p:grpSpPr>
        <p:sp>
          <p:nvSpPr>
            <p:cNvPr id="166" name="Google Shape;166;p4"/>
            <p:cNvSpPr txBox="1"/>
            <p:nvPr/>
          </p:nvSpPr>
          <p:spPr>
            <a:xfrm>
              <a:off x="347978" y="-86473"/>
              <a:ext cx="6820199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347967" y="289682"/>
              <a:ext cx="6331498" cy="3816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en-IN" sz="2800" b="1" dirty="0">
                  <a:solidFill>
                    <a:schemeClr val="bg1">
                      <a:lumMod val="75000"/>
                    </a:schemeClr>
                  </a:solidFill>
                </a:rPr>
                <a:t>Manual Data Handling</a:t>
              </a:r>
              <a:b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</a:br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Reducing errors and effort involved in managing inventory records.</a:t>
              </a:r>
              <a:b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</a:br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Improves the efficiency of maintaining inventory information.</a:t>
              </a:r>
              <a:endParaRPr sz="24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168" name="Google Shape;168;p4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169" name="Google Shape;169;p4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4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4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" name="Google Shape;172;p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173" name="Google Shape;173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5" name="Google Shape;175;p4"/>
          <p:cNvSpPr txBox="1"/>
          <p:nvPr/>
        </p:nvSpPr>
        <p:spPr>
          <a:xfrm>
            <a:off x="13714419" y="6007911"/>
            <a:ext cx="21302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  <a:endParaRPr dirty="0"/>
          </a:p>
        </p:txBody>
      </p:sp>
      <p:sp>
        <p:nvSpPr>
          <p:cNvPr id="176" name="Google Shape;176;p4"/>
          <p:cNvSpPr txBox="1"/>
          <p:nvPr/>
        </p:nvSpPr>
        <p:spPr>
          <a:xfrm>
            <a:off x="8448116" y="6012100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 dirty="0"/>
          </a:p>
        </p:txBody>
      </p:sp>
      <p:sp>
        <p:nvSpPr>
          <p:cNvPr id="177" name="Google Shape;177;p4"/>
          <p:cNvSpPr txBox="1"/>
          <p:nvPr/>
        </p:nvSpPr>
        <p:spPr>
          <a:xfrm>
            <a:off x="13615449" y="1418818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 dirty="0"/>
          </a:p>
        </p:txBody>
      </p:sp>
      <p:sp>
        <p:nvSpPr>
          <p:cNvPr id="178" name="Google Shape;178;p4"/>
          <p:cNvSpPr txBox="1"/>
          <p:nvPr/>
        </p:nvSpPr>
        <p:spPr>
          <a:xfrm>
            <a:off x="8213169" y="1518564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5"/>
          <p:cNvGrpSpPr/>
          <p:nvPr/>
        </p:nvGrpSpPr>
        <p:grpSpPr>
          <a:xfrm rot="8100000">
            <a:off x="159012" y="6962639"/>
            <a:ext cx="4782962" cy="5163254"/>
            <a:chOff x="-689993" y="-602664"/>
            <a:chExt cx="1267434" cy="1368205"/>
          </a:xfrm>
        </p:grpSpPr>
        <p:sp>
          <p:nvSpPr>
            <p:cNvPr id="184" name="Google Shape;184;p5"/>
            <p:cNvSpPr/>
            <p:nvPr/>
          </p:nvSpPr>
          <p:spPr>
            <a:xfrm>
              <a:off x="-305332" y="429502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D4F59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-689993" y="-602664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325" tIns="51325" rIns="51325" bIns="51325" anchor="ctr" anchorCtr="0">
              <a:noAutofit/>
            </a:bodyPr>
            <a:lstStyle/>
            <a:p>
              <a:pPr marL="0" marR="0" lvl="0" indent="0" algn="ctr" rtl="0">
                <a:lnSpc>
                  <a:spcPct val="108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5"/>
          <p:cNvGrpSpPr/>
          <p:nvPr/>
        </p:nvGrpSpPr>
        <p:grpSpPr>
          <a:xfrm rot="8100000">
            <a:off x="-1465456" y="8570129"/>
            <a:ext cx="3906410" cy="1558091"/>
            <a:chOff x="-145514" y="0"/>
            <a:chExt cx="1028287" cy="410137"/>
          </a:xfrm>
        </p:grpSpPr>
        <p:sp>
          <p:nvSpPr>
            <p:cNvPr id="187" name="Google Shape;187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0A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-145514" y="35998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750" tIns="18750" rIns="18750" bIns="18750" anchor="ctr" anchorCtr="0">
              <a:noAutofit/>
            </a:bodyPr>
            <a:lstStyle/>
            <a:p>
              <a:pPr marL="0" marR="0" lvl="0" indent="0" algn="ctr" rtl="0">
                <a:lnSpc>
                  <a:spcPct val="9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737421" y="742733"/>
            <a:ext cx="16915303" cy="8486831"/>
            <a:chOff x="-768336" y="-2331854"/>
            <a:chExt cx="22553736" cy="6892984"/>
          </a:xfrm>
        </p:grpSpPr>
        <p:sp>
          <p:nvSpPr>
            <p:cNvPr id="190" name="Google Shape;190;p5"/>
            <p:cNvSpPr txBox="1"/>
            <p:nvPr/>
          </p:nvSpPr>
          <p:spPr>
            <a:xfrm>
              <a:off x="12642861" y="-1138309"/>
              <a:ext cx="8829367" cy="5699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IN" sz="2400" b="1" dirty="0">
                  <a:solidFill>
                    <a:schemeClr val="bg1">
                      <a:lumMod val="75000"/>
                    </a:schemeClr>
                  </a:solidFill>
                </a:rPr>
                <a:t>1.  User Interaction Layer</a:t>
              </a:r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 – Provides a simple interface for users to access and use the MediStock system. </a:t>
              </a:r>
            </a:p>
            <a:p>
              <a:pPr lvl="0"/>
              <a:endParaRPr lang="en-IN" sz="2400" b="1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lvl="0"/>
              <a:endParaRPr lang="en-IN" sz="2400" b="1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lvl="0"/>
              <a:r>
                <a:rPr lang="en-IN" sz="2400" b="1" dirty="0">
                  <a:solidFill>
                    <a:schemeClr val="bg1">
                      <a:lumMod val="75000"/>
                    </a:schemeClr>
                  </a:solidFill>
                </a:rPr>
                <a:t>2.  Application Processing Layer</a:t>
              </a:r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 – Manages core operations and processes requests from the frontend.</a:t>
              </a:r>
            </a:p>
            <a:p>
              <a:pPr lvl="0"/>
              <a:endParaRPr lang="en-IN" sz="2400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lvl="0"/>
              <a:endParaRPr lang="en-IN" sz="2400" b="1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lvl="0"/>
              <a:r>
                <a:rPr lang="en-IN" sz="2400" b="1" dirty="0">
                  <a:solidFill>
                    <a:schemeClr val="bg1">
                      <a:lumMod val="75000"/>
                    </a:schemeClr>
                  </a:solidFill>
                </a:rPr>
                <a:t>3.  Data Management Layer</a:t>
              </a:r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 – Stores, retrieves, and maintains the system’s inventory information.</a:t>
              </a:r>
            </a:p>
            <a:p>
              <a:endParaRPr lang="en-IN" sz="2400" dirty="0">
                <a:solidFill>
                  <a:schemeClr val="bg1">
                    <a:lumMod val="75000"/>
                  </a:schemeClr>
                </a:solidFill>
              </a:endParaRPr>
            </a:p>
            <a:p>
              <a:endParaRPr lang="en-IN" sz="2400" dirty="0">
                <a:solidFill>
                  <a:schemeClr val="bg1">
                    <a:lumMod val="75000"/>
                  </a:schemeClr>
                </a:solidFill>
              </a:endParaRPr>
            </a:p>
            <a:p>
              <a:r>
                <a:rPr lang="en-IN" sz="2400" b="1" dirty="0">
                  <a:solidFill>
                    <a:schemeClr val="bg1">
                      <a:lumMod val="75000"/>
                    </a:schemeClr>
                  </a:solidFill>
                </a:rPr>
                <a:t>4.  System Integration Layer</a:t>
              </a:r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 – Connects the frontend, backend, and database to ensure smooth data flow.</a:t>
              </a:r>
            </a:p>
            <a:p>
              <a:pPr algn="just"/>
              <a:endParaRPr lang="en-US" sz="24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-768336" y="-2331854"/>
              <a:ext cx="22553736" cy="2145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1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MediStock</a:t>
              </a:r>
              <a:r>
                <a:rPr lang="en-US" sz="6000" b="1" i="0" u="none" strike="noStrike" cap="none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 Architecture Overview</a:t>
              </a:r>
              <a:endParaRPr sz="6000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BCEA748-9897-0C6B-B7DF-86CE7B77E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298" y="2389239"/>
            <a:ext cx="7890090" cy="60025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C098173C-A1E2-F15A-77AE-6AA03A4D4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803BCEA-4AF6-51E3-4990-443E3241E15A}"/>
              </a:ext>
            </a:extLst>
          </p:cNvPr>
          <p:cNvSpPr txBox="1"/>
          <p:nvPr/>
        </p:nvSpPr>
        <p:spPr>
          <a:xfrm>
            <a:off x="1836553" y="3476271"/>
            <a:ext cx="6391493" cy="3211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7200" b="1" dirty="0">
                <a:solidFill>
                  <a:schemeClr val="bg1">
                    <a:lumMod val="75000"/>
                  </a:schemeClr>
                </a:solidFill>
              </a:rPr>
              <a:t>WorkFlow  Of </a:t>
            </a:r>
          </a:p>
          <a:p>
            <a:pPr>
              <a:lnSpc>
                <a:spcPct val="150000"/>
              </a:lnSpc>
            </a:pPr>
            <a:r>
              <a:rPr lang="en-US" sz="7200" b="1" dirty="0">
                <a:solidFill>
                  <a:schemeClr val="bg1">
                    <a:lumMod val="75000"/>
                  </a:schemeClr>
                </a:solidFill>
              </a:rPr>
              <a:t>   MediStock</a:t>
            </a:r>
            <a:endParaRPr lang="en-IN" sz="7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Google Shape;188;p5">
            <a:extLst>
              <a:ext uri="{FF2B5EF4-FFF2-40B4-BE49-F238E27FC236}">
                <a16:creationId xmlns:a16="http://schemas.microsoft.com/office/drawing/2014/main" id="{9EED91D9-B77B-BC65-E4D8-3188A0E6FB2C}"/>
              </a:ext>
            </a:extLst>
          </p:cNvPr>
          <p:cNvSpPr txBox="1"/>
          <p:nvPr/>
        </p:nvSpPr>
        <p:spPr>
          <a:xfrm rot="8100000">
            <a:off x="-1381357" y="9219139"/>
            <a:ext cx="3353610" cy="1421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750" tIns="18750" rIns="18750" bIns="18750" anchor="ctr" anchorCtr="0">
            <a:noAutofit/>
          </a:bodyPr>
          <a:lstStyle/>
          <a:p>
            <a:pPr marL="0" marR="0" lvl="0" indent="0" algn="ctr" rtl="0">
              <a:lnSpc>
                <a:spcPct val="9683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" name="Google Shape;183;p5">
            <a:extLst>
              <a:ext uri="{FF2B5EF4-FFF2-40B4-BE49-F238E27FC236}">
                <a16:creationId xmlns:a16="http://schemas.microsoft.com/office/drawing/2014/main" id="{18D66F7D-CDF0-F723-B2EC-CAE797C55B06}"/>
              </a:ext>
            </a:extLst>
          </p:cNvPr>
          <p:cNvGrpSpPr/>
          <p:nvPr/>
        </p:nvGrpSpPr>
        <p:grpSpPr>
          <a:xfrm rot="8100000">
            <a:off x="-107148" y="7275278"/>
            <a:ext cx="4782962" cy="5163254"/>
            <a:chOff x="-689993" y="-602664"/>
            <a:chExt cx="1267434" cy="1368205"/>
          </a:xfrm>
        </p:grpSpPr>
        <p:sp>
          <p:nvSpPr>
            <p:cNvPr id="15" name="Google Shape;184;p5">
              <a:extLst>
                <a:ext uri="{FF2B5EF4-FFF2-40B4-BE49-F238E27FC236}">
                  <a16:creationId xmlns:a16="http://schemas.microsoft.com/office/drawing/2014/main" id="{1BCDF846-2A11-1F88-3E2A-9E409FA4F451}"/>
                </a:ext>
              </a:extLst>
            </p:cNvPr>
            <p:cNvSpPr/>
            <p:nvPr/>
          </p:nvSpPr>
          <p:spPr>
            <a:xfrm>
              <a:off x="-305332" y="429502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D4F59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85;p5">
              <a:extLst>
                <a:ext uri="{FF2B5EF4-FFF2-40B4-BE49-F238E27FC236}">
                  <a16:creationId xmlns:a16="http://schemas.microsoft.com/office/drawing/2014/main" id="{831B179F-9938-EC0A-D103-04577B7B2D22}"/>
                </a:ext>
              </a:extLst>
            </p:cNvPr>
            <p:cNvSpPr txBox="1"/>
            <p:nvPr/>
          </p:nvSpPr>
          <p:spPr>
            <a:xfrm>
              <a:off x="-689993" y="-602664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325" tIns="51325" rIns="51325" bIns="51325" anchor="ctr" anchorCtr="0">
              <a:noAutofit/>
            </a:bodyPr>
            <a:lstStyle/>
            <a:p>
              <a:pPr marL="0" marR="0" lvl="0" indent="0" algn="ctr" rtl="0">
                <a:lnSpc>
                  <a:spcPct val="108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186;p5">
            <a:extLst>
              <a:ext uri="{FF2B5EF4-FFF2-40B4-BE49-F238E27FC236}">
                <a16:creationId xmlns:a16="http://schemas.microsoft.com/office/drawing/2014/main" id="{2F336CEC-E0D3-26B6-DCA0-D889B370704E}"/>
              </a:ext>
            </a:extLst>
          </p:cNvPr>
          <p:cNvGrpSpPr/>
          <p:nvPr/>
        </p:nvGrpSpPr>
        <p:grpSpPr>
          <a:xfrm rot="8100000">
            <a:off x="-1657757" y="8906968"/>
            <a:ext cx="3906410" cy="1558091"/>
            <a:chOff x="-145514" y="0"/>
            <a:chExt cx="1028287" cy="410137"/>
          </a:xfrm>
        </p:grpSpPr>
        <p:sp>
          <p:nvSpPr>
            <p:cNvPr id="18" name="Google Shape;187;p5">
              <a:extLst>
                <a:ext uri="{FF2B5EF4-FFF2-40B4-BE49-F238E27FC236}">
                  <a16:creationId xmlns:a16="http://schemas.microsoft.com/office/drawing/2014/main" id="{787DC270-802E-A6C5-8023-2859D8CFABE3}"/>
                </a:ext>
              </a:extLst>
            </p:cNvPr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0A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88;p5">
              <a:extLst>
                <a:ext uri="{FF2B5EF4-FFF2-40B4-BE49-F238E27FC236}">
                  <a16:creationId xmlns:a16="http://schemas.microsoft.com/office/drawing/2014/main" id="{E0F40AA3-D0A5-EB33-FC4B-058FAB136D93}"/>
                </a:ext>
              </a:extLst>
            </p:cNvPr>
            <p:cNvSpPr txBox="1"/>
            <p:nvPr/>
          </p:nvSpPr>
          <p:spPr>
            <a:xfrm>
              <a:off x="-145514" y="35998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750" tIns="18750" rIns="18750" bIns="18750" anchor="ctr" anchorCtr="0">
              <a:noAutofit/>
            </a:bodyPr>
            <a:lstStyle/>
            <a:p>
              <a:pPr marL="0" marR="0" lvl="0" indent="0" algn="ctr" rtl="0">
                <a:lnSpc>
                  <a:spcPct val="9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2573369-E33C-302E-4FB8-7665BD94A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0476" y="1"/>
            <a:ext cx="8937523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585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/>
          <p:nvPr/>
        </p:nvSpPr>
        <p:spPr>
          <a:xfrm>
            <a:off x="1017640" y="929148"/>
            <a:ext cx="5840360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7200" dirty="0">
                <a:solidFill>
                  <a:schemeClr val="bg1">
                    <a:lumMod val="75000"/>
                  </a:schemeClr>
                </a:solidFill>
              </a:rPr>
              <a:t> Challenges Faced &amp; Solutions Applied in </a:t>
            </a:r>
            <a:r>
              <a:rPr lang="en-IN" sz="7200" dirty="0" err="1">
                <a:solidFill>
                  <a:schemeClr val="bg1">
                    <a:lumMod val="75000"/>
                  </a:schemeClr>
                </a:solidFill>
              </a:rPr>
              <a:t>MediStock</a:t>
            </a:r>
            <a:endParaRPr sz="72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197" name="Google Shape;197;p6"/>
          <p:cNvGrpSpPr/>
          <p:nvPr/>
        </p:nvGrpSpPr>
        <p:grpSpPr>
          <a:xfrm>
            <a:off x="9322789" y="1818215"/>
            <a:ext cx="854762" cy="415636"/>
            <a:chOff x="0" y="-38100"/>
            <a:chExt cx="769424" cy="374139"/>
          </a:xfrm>
        </p:grpSpPr>
        <p:sp>
          <p:nvSpPr>
            <p:cNvPr id="198" name="Google Shape;198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6"/>
          <p:cNvGrpSpPr/>
          <p:nvPr/>
        </p:nvGrpSpPr>
        <p:grpSpPr>
          <a:xfrm>
            <a:off x="14550397" y="6119950"/>
            <a:ext cx="854762" cy="415636"/>
            <a:chOff x="0" y="-38100"/>
            <a:chExt cx="769424" cy="374139"/>
          </a:xfrm>
        </p:grpSpPr>
        <p:sp>
          <p:nvSpPr>
            <p:cNvPr id="201" name="Google Shape;201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6"/>
          <p:cNvGrpSpPr/>
          <p:nvPr/>
        </p:nvGrpSpPr>
        <p:grpSpPr>
          <a:xfrm>
            <a:off x="9471536" y="6132181"/>
            <a:ext cx="854762" cy="415636"/>
            <a:chOff x="0" y="-38100"/>
            <a:chExt cx="769424" cy="374139"/>
          </a:xfrm>
        </p:grpSpPr>
        <p:sp>
          <p:nvSpPr>
            <p:cNvPr id="204" name="Google Shape;204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6"/>
          <p:cNvGrpSpPr/>
          <p:nvPr/>
        </p:nvGrpSpPr>
        <p:grpSpPr>
          <a:xfrm>
            <a:off x="14444698" y="1724694"/>
            <a:ext cx="854762" cy="415636"/>
            <a:chOff x="0" y="-38100"/>
            <a:chExt cx="769424" cy="374139"/>
          </a:xfrm>
        </p:grpSpPr>
        <p:sp>
          <p:nvSpPr>
            <p:cNvPr id="207" name="Google Shape;207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6"/>
          <p:cNvGrpSpPr/>
          <p:nvPr/>
        </p:nvGrpSpPr>
        <p:grpSpPr>
          <a:xfrm>
            <a:off x="12872519" y="2341199"/>
            <a:ext cx="4801307" cy="2923903"/>
            <a:chOff x="0" y="-153308"/>
            <a:chExt cx="6401742" cy="3898538"/>
          </a:xfrm>
        </p:grpSpPr>
        <p:sp>
          <p:nvSpPr>
            <p:cNvPr id="210" name="Google Shape;210;p6"/>
            <p:cNvSpPr txBox="1"/>
            <p:nvPr/>
          </p:nvSpPr>
          <p:spPr>
            <a:xfrm>
              <a:off x="70101" y="-153308"/>
              <a:ext cx="6331641" cy="6647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 dirty="0">
                  <a:solidFill>
                    <a:schemeClr val="bg1">
                      <a:lumMod val="75000"/>
                    </a:schemeClr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Information</a:t>
              </a:r>
              <a:r>
                <a:rPr lang="en-US" sz="2700" b="1" i="0" u="none" strike="noStrike" cap="none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 Consistency</a:t>
              </a:r>
              <a:endParaRPr dirty="0"/>
            </a:p>
          </p:txBody>
        </p:sp>
        <p:sp>
          <p:nvSpPr>
            <p:cNvPr id="211" name="Google Shape;211;p6"/>
            <p:cNvSpPr txBox="1"/>
            <p:nvPr/>
          </p:nvSpPr>
          <p:spPr>
            <a:xfrm>
              <a:off x="0" y="790575"/>
              <a:ext cx="6331641" cy="29546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Manual updates can lead to outdated or inconsistent inventory details.</a:t>
              </a:r>
              <a:b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</a:br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The application allows information to be updated directly and maintained systematically.</a:t>
              </a:r>
              <a:endParaRPr sz="24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212" name="Google Shape;212;p6"/>
          <p:cNvGrpSpPr/>
          <p:nvPr/>
        </p:nvGrpSpPr>
        <p:grpSpPr>
          <a:xfrm>
            <a:off x="7858125" y="2457450"/>
            <a:ext cx="4748731" cy="2808922"/>
            <a:chOff x="0" y="0"/>
            <a:chExt cx="6331641" cy="3745232"/>
          </a:xfrm>
        </p:grpSpPr>
        <p:sp>
          <p:nvSpPr>
            <p:cNvPr id="213" name="Google Shape;213;p6"/>
            <p:cNvSpPr txBox="1"/>
            <p:nvPr/>
          </p:nvSpPr>
          <p:spPr>
            <a:xfrm>
              <a:off x="0" y="0"/>
              <a:ext cx="6331641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2400" b="1" dirty="0">
                  <a:solidFill>
                    <a:schemeClr val="bg1">
                      <a:lumMod val="75000"/>
                    </a:schemeClr>
                  </a:solidFill>
                </a:rPr>
                <a:t>Multiple Medicine Records</a:t>
              </a:r>
              <a:endParaRPr sz="2400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14" name="Google Shape;214;p6"/>
            <p:cNvSpPr txBox="1"/>
            <p:nvPr/>
          </p:nvSpPr>
          <p:spPr>
            <a:xfrm>
              <a:off x="0" y="790575"/>
              <a:ext cx="6331641" cy="2954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Managing different medicine details can become difficult as records increase.</a:t>
              </a:r>
              <a:b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</a:br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A centralized system keeps all medicine information organized and accessible.</a:t>
              </a:r>
              <a:endParaRPr sz="24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215" name="Google Shape;215;p6"/>
          <p:cNvGrpSpPr/>
          <p:nvPr/>
        </p:nvGrpSpPr>
        <p:grpSpPr>
          <a:xfrm>
            <a:off x="7812734" y="6932930"/>
            <a:ext cx="4794123" cy="2808922"/>
            <a:chOff x="-60977" y="0"/>
            <a:chExt cx="6392162" cy="3745230"/>
          </a:xfrm>
        </p:grpSpPr>
        <p:sp>
          <p:nvSpPr>
            <p:cNvPr id="216" name="Google Shape;216;p6"/>
            <p:cNvSpPr txBox="1"/>
            <p:nvPr/>
          </p:nvSpPr>
          <p:spPr>
            <a:xfrm>
              <a:off x="-60977" y="0"/>
              <a:ext cx="6392162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2400" b="1" dirty="0">
                  <a:solidFill>
                    <a:schemeClr val="bg1">
                      <a:lumMod val="75000"/>
                    </a:schemeClr>
                  </a:solidFill>
                </a:rPr>
                <a:t>Quick Data Access</a:t>
              </a:r>
              <a:endParaRPr sz="2400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-456" y="790575"/>
              <a:ext cx="6331639" cy="29546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Searching through separate records can take unnecessary time.</a:t>
              </a:r>
              <a:b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</a:br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The system provides a simple interface for accessing required medicine information quickly.</a:t>
              </a:r>
              <a:endParaRPr sz="24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218" name="Google Shape;218;p6"/>
          <p:cNvGrpSpPr/>
          <p:nvPr/>
        </p:nvGrpSpPr>
        <p:grpSpPr>
          <a:xfrm>
            <a:off x="12872519" y="6932930"/>
            <a:ext cx="4748731" cy="3325987"/>
            <a:chOff x="0" y="0"/>
            <a:chExt cx="6331641" cy="4434647"/>
          </a:xfrm>
        </p:grpSpPr>
        <p:sp>
          <p:nvSpPr>
            <p:cNvPr id="219" name="Google Shape;219;p6"/>
            <p:cNvSpPr txBox="1"/>
            <p:nvPr/>
          </p:nvSpPr>
          <p:spPr>
            <a:xfrm>
              <a:off x="0" y="0"/>
              <a:ext cx="6331641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2400" b="1" dirty="0">
                  <a:solidFill>
                    <a:schemeClr val="bg1">
                      <a:lumMod val="75000"/>
                    </a:schemeClr>
                  </a:solidFill>
                </a:rPr>
                <a:t>Reliable Data Storage</a:t>
              </a:r>
              <a:endParaRPr sz="2400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20" name="Google Shape;220;p6"/>
            <p:cNvSpPr txBox="1"/>
            <p:nvPr/>
          </p:nvSpPr>
          <p:spPr>
            <a:xfrm>
              <a:off x="0" y="790574"/>
              <a:ext cx="6331641" cy="36440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/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Inventory information needs to be stored safely and in an organized format.</a:t>
              </a:r>
              <a:b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</a:br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MySQL provides structured and persistent storage for the application's data. </a:t>
              </a:r>
            </a:p>
            <a:p>
              <a:pPr marL="0" marR="0" lvl="0" indent="0" algn="ctr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221" name="Google Shape;221;p6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222" name="Google Shape;222;p6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49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3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8" name="Google Shape;228;p6"/>
          <p:cNvSpPr txBox="1"/>
          <p:nvPr/>
        </p:nvSpPr>
        <p:spPr>
          <a:xfrm>
            <a:off x="14895158" y="6119896"/>
            <a:ext cx="21302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9732676" y="1783880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14772296" y="1689371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9849953" y="6126011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 txBox="1"/>
          <p:nvPr/>
        </p:nvSpPr>
        <p:spPr>
          <a:xfrm>
            <a:off x="9296400" y="800100"/>
            <a:ext cx="6866887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6000" dirty="0">
                <a:solidFill>
                  <a:schemeClr val="bg1">
                    <a:lumMod val="75000"/>
                  </a:schemeClr>
                </a:solidFill>
              </a:rPr>
              <a:t>MediStock Admin Registration Process</a:t>
            </a:r>
          </a:p>
        </p:txBody>
      </p:sp>
      <p:grpSp>
        <p:nvGrpSpPr>
          <p:cNvPr id="263" name="Google Shape;263;p8"/>
          <p:cNvGrpSpPr/>
          <p:nvPr/>
        </p:nvGrpSpPr>
        <p:grpSpPr>
          <a:xfrm>
            <a:off x="9293147" y="3651366"/>
            <a:ext cx="5379285" cy="1991482"/>
            <a:chOff x="-4337" y="-363911"/>
            <a:chExt cx="7172379" cy="2655309"/>
          </a:xfrm>
        </p:grpSpPr>
        <p:sp>
          <p:nvSpPr>
            <p:cNvPr id="264" name="Google Shape;264;p8"/>
            <p:cNvSpPr txBox="1"/>
            <p:nvPr/>
          </p:nvSpPr>
          <p:spPr>
            <a:xfrm>
              <a:off x="-4337" y="-363911"/>
              <a:ext cx="7071684" cy="14773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IN" sz="2400" b="1" dirty="0">
                  <a:solidFill>
                    <a:schemeClr val="bg1">
                      <a:lumMod val="75000"/>
                    </a:schemeClr>
                  </a:solidFill>
                </a:rPr>
                <a:t>MediStock Registration &amp; Access</a:t>
              </a:r>
            </a:p>
            <a:p>
              <a:pPr lvl="0"/>
              <a:r>
                <a:rPr lang="en-IN" sz="2400" b="1" dirty="0">
                  <a:solidFill>
                    <a:schemeClr val="bg1">
                      <a:lumMod val="75000"/>
                    </a:schemeClr>
                  </a:solidFill>
                </a:rPr>
                <a:t>Simple User Registration</a:t>
              </a:r>
            </a:p>
            <a:p>
              <a:pPr lvl="0"/>
              <a:endParaRPr sz="2400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65" name="Google Shape;265;p8"/>
            <p:cNvSpPr txBox="1"/>
            <p:nvPr/>
          </p:nvSpPr>
          <p:spPr>
            <a:xfrm>
              <a:off x="96358" y="814070"/>
              <a:ext cx="7071684" cy="14773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Users can complete the registration process by providing the required details to create an account.</a:t>
              </a:r>
              <a:endParaRPr sz="24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266" name="Google Shape;266;p8"/>
          <p:cNvGrpSpPr/>
          <p:nvPr/>
        </p:nvGrpSpPr>
        <p:grpSpPr>
          <a:xfrm>
            <a:off x="9296400" y="5707856"/>
            <a:ext cx="5448300" cy="1580870"/>
            <a:chOff x="0" y="-9525"/>
            <a:chExt cx="7264400" cy="2107827"/>
          </a:xfrm>
        </p:grpSpPr>
        <p:sp>
          <p:nvSpPr>
            <p:cNvPr id="267" name="Google Shape;267;p8"/>
            <p:cNvSpPr txBox="1"/>
            <p:nvPr/>
          </p:nvSpPr>
          <p:spPr>
            <a:xfrm>
              <a:off x="0" y="-9525"/>
              <a:ext cx="7264400" cy="623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33" b="1" i="0" u="none" strike="noStrike" cap="none" dirty="0">
                  <a:solidFill>
                    <a:schemeClr val="bg1">
                      <a:lumMod val="75000"/>
                    </a:schemeClr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Secure Authentication Features</a:t>
              </a:r>
              <a:endParaRPr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68" name="Google Shape;268;p8"/>
            <p:cNvSpPr txBox="1"/>
            <p:nvPr/>
          </p:nvSpPr>
          <p:spPr>
            <a:xfrm>
              <a:off x="0" y="620974"/>
              <a:ext cx="7264400" cy="14773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User credentials are verified during login to provide controlled access to the MediStock platform.</a:t>
              </a:r>
              <a:endParaRPr sz="24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269" name="Google Shape;269;p8"/>
          <p:cNvGrpSpPr/>
          <p:nvPr/>
        </p:nvGrpSpPr>
        <p:grpSpPr>
          <a:xfrm>
            <a:off x="9368668" y="7495184"/>
            <a:ext cx="6453900" cy="2130351"/>
            <a:chOff x="0" y="-9533"/>
            <a:chExt cx="8605200" cy="2840466"/>
          </a:xfrm>
        </p:grpSpPr>
        <p:sp>
          <p:nvSpPr>
            <p:cNvPr id="270" name="Google Shape;270;p8"/>
            <p:cNvSpPr txBox="1"/>
            <p:nvPr/>
          </p:nvSpPr>
          <p:spPr>
            <a:xfrm>
              <a:off x="0" y="-9533"/>
              <a:ext cx="8605200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IN" sz="2400" b="1" dirty="0">
                  <a:solidFill>
                    <a:schemeClr val="bg1">
                      <a:lumMod val="75000"/>
                    </a:schemeClr>
                  </a:solidFill>
                </a:rPr>
                <a:t>Inventory Management Access</a:t>
              </a:r>
              <a:endParaRPr sz="2400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71" name="Google Shape;271;p8"/>
            <p:cNvSpPr txBox="1"/>
            <p:nvPr/>
          </p:nvSpPr>
          <p:spPr>
            <a:xfrm>
              <a:off x="15983" y="762676"/>
              <a:ext cx="7264400" cy="20682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IN" sz="2400" dirty="0">
                  <a:solidFill>
                    <a:schemeClr val="bg1">
                      <a:lumMod val="75000"/>
                    </a:schemeClr>
                  </a:solidFill>
                </a:rPr>
                <a:t>After authentication, users can access the dashboard to view and manage medical inventory information.</a:t>
              </a:r>
            </a:p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273" name="Google Shape;273;p8"/>
          <p:cNvGrpSpPr/>
          <p:nvPr/>
        </p:nvGrpSpPr>
        <p:grpSpPr>
          <a:xfrm rot="10800000">
            <a:off x="15557618" y="6934200"/>
            <a:ext cx="3479615" cy="4575762"/>
            <a:chOff x="-101668" y="-68231"/>
            <a:chExt cx="4639486" cy="6101015"/>
          </a:xfrm>
        </p:grpSpPr>
        <p:grpSp>
          <p:nvGrpSpPr>
            <p:cNvPr id="274" name="Google Shape;274;p8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D4F59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8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" name="Google Shape;277;p8"/>
            <p:cNvGrpSpPr/>
            <p:nvPr/>
          </p:nvGrpSpPr>
          <p:grpSpPr>
            <a:xfrm rot="-2700000">
              <a:off x="85262" y="1249274"/>
              <a:ext cx="4471480" cy="1798621"/>
              <a:chOff x="0" y="-19050"/>
              <a:chExt cx="882773" cy="355089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8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41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31B01DD-553C-38F7-1DAD-B39296E28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991601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7"/>
          <p:cNvGrpSpPr/>
          <p:nvPr/>
        </p:nvGrpSpPr>
        <p:grpSpPr>
          <a:xfrm>
            <a:off x="12892088" y="7359447"/>
            <a:ext cx="4010025" cy="2046089"/>
            <a:chOff x="0" y="-9525"/>
            <a:chExt cx="5346700" cy="2728117"/>
          </a:xfrm>
        </p:grpSpPr>
        <p:sp>
          <p:nvSpPr>
            <p:cNvPr id="237" name="Google Shape;237;p7"/>
            <p:cNvSpPr txBox="1"/>
            <p:nvPr/>
          </p:nvSpPr>
          <p:spPr>
            <a:xfrm>
              <a:off x="0" y="-9525"/>
              <a:ext cx="5346700" cy="4103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2000" b="1" dirty="0">
                  <a:solidFill>
                    <a:schemeClr val="bg1">
                      <a:lumMod val="75000"/>
                    </a:schemeClr>
                  </a:solidFill>
                </a:rPr>
                <a:t>Improved Inventory Experience</a:t>
              </a:r>
              <a:endParaRPr sz="2000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38" name="Google Shape;238;p7"/>
            <p:cNvSpPr txBox="1"/>
            <p:nvPr/>
          </p:nvSpPr>
          <p:spPr>
            <a:xfrm>
              <a:off x="0" y="666749"/>
              <a:ext cx="5346700" cy="20518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2000" dirty="0">
                  <a:solidFill>
                    <a:schemeClr val="bg1">
                      <a:lumMod val="75000"/>
                    </a:schemeClr>
                  </a:solidFill>
                </a:rPr>
                <a:t>MediStock provides a </a:t>
              </a:r>
              <a:r>
                <a:rPr lang="en-IN" sz="2000" b="1" dirty="0">
                  <a:solidFill>
                    <a:schemeClr val="bg1">
                      <a:lumMod val="75000"/>
                    </a:schemeClr>
                  </a:solidFill>
                </a:rPr>
                <a:t>simple and organized interface</a:t>
              </a:r>
              <a:r>
                <a:rPr lang="en-IN" sz="2000" dirty="0">
                  <a:solidFill>
                    <a:schemeClr val="bg1">
                      <a:lumMod val="75000"/>
                    </a:schemeClr>
                  </a:solidFill>
                </a:rPr>
                <a:t>, making it easier to navigate, access, and manage medicine inventory information.</a:t>
              </a:r>
              <a:endParaRPr sz="2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239" name="Google Shape;239;p7"/>
          <p:cNvGrpSpPr/>
          <p:nvPr/>
        </p:nvGrpSpPr>
        <p:grpSpPr>
          <a:xfrm>
            <a:off x="7139002" y="7354100"/>
            <a:ext cx="4587750" cy="2046087"/>
            <a:chOff x="19" y="-9511"/>
            <a:chExt cx="6116999" cy="2728117"/>
          </a:xfrm>
        </p:grpSpPr>
        <p:sp>
          <p:nvSpPr>
            <p:cNvPr id="240" name="Google Shape;240;p7"/>
            <p:cNvSpPr txBox="1"/>
            <p:nvPr/>
          </p:nvSpPr>
          <p:spPr>
            <a:xfrm>
              <a:off x="19" y="-9511"/>
              <a:ext cx="6116999" cy="4103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2000" b="1" dirty="0">
                  <a:solidFill>
                    <a:schemeClr val="bg1">
                      <a:lumMod val="75000"/>
                    </a:schemeClr>
                  </a:solidFill>
                </a:rPr>
                <a:t>Reduced Manual Effort</a:t>
              </a:r>
              <a:endParaRPr sz="2000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41" name="Google Shape;241;p7"/>
            <p:cNvSpPr txBox="1"/>
            <p:nvPr/>
          </p:nvSpPr>
          <p:spPr>
            <a:xfrm>
              <a:off x="385168" y="666762"/>
              <a:ext cx="5346699" cy="20518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2000" dirty="0">
                  <a:solidFill>
                    <a:schemeClr val="bg1">
                      <a:lumMod val="75000"/>
                    </a:schemeClr>
                  </a:solidFill>
                </a:rPr>
                <a:t>MediStock reduces the need for </a:t>
              </a:r>
              <a:r>
                <a:rPr lang="en-IN" sz="2000" b="1" dirty="0">
                  <a:solidFill>
                    <a:schemeClr val="bg1">
                      <a:lumMod val="75000"/>
                    </a:schemeClr>
                  </a:solidFill>
                </a:rPr>
                <a:t>manual inventory record handling</a:t>
              </a:r>
              <a:r>
                <a:rPr lang="en-IN" sz="2000" dirty="0">
                  <a:solidFill>
                    <a:schemeClr val="bg1">
                      <a:lumMod val="75000"/>
                    </a:schemeClr>
                  </a:solidFill>
                </a:rPr>
                <a:t>, making medicine management more organized and efficient.</a:t>
              </a:r>
              <a:endParaRPr sz="2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242" name="Google Shape;242;p7"/>
          <p:cNvGrpSpPr/>
          <p:nvPr/>
        </p:nvGrpSpPr>
        <p:grpSpPr>
          <a:xfrm>
            <a:off x="1241323" y="7354100"/>
            <a:ext cx="4154590" cy="2046089"/>
            <a:chOff x="0" y="-9525"/>
            <a:chExt cx="5346700" cy="2728117"/>
          </a:xfrm>
        </p:grpSpPr>
        <p:sp>
          <p:nvSpPr>
            <p:cNvPr id="243" name="Google Shape;243;p7"/>
            <p:cNvSpPr txBox="1"/>
            <p:nvPr/>
          </p:nvSpPr>
          <p:spPr>
            <a:xfrm>
              <a:off x="0" y="-9525"/>
              <a:ext cx="5346700" cy="4103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2000" b="1" dirty="0">
                  <a:solidFill>
                    <a:schemeClr val="bg1">
                      <a:lumMod val="75000"/>
                    </a:schemeClr>
                  </a:solidFill>
                </a:rPr>
                <a:t>Improved Inventory Management</a:t>
              </a:r>
              <a:endParaRPr sz="2000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44" name="Google Shape;244;p7"/>
            <p:cNvSpPr txBox="1"/>
            <p:nvPr/>
          </p:nvSpPr>
          <p:spPr>
            <a:xfrm>
              <a:off x="0" y="666749"/>
              <a:ext cx="5346700" cy="20518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2000" dirty="0">
                  <a:solidFill>
                    <a:schemeClr val="bg1">
                      <a:lumMod val="75000"/>
                    </a:schemeClr>
                  </a:solidFill>
                </a:rPr>
                <a:t>MediStock provides a </a:t>
              </a:r>
              <a:r>
                <a:rPr lang="en-IN" sz="2000" b="1" dirty="0">
                  <a:solidFill>
                    <a:schemeClr val="bg1">
                      <a:lumMod val="75000"/>
                    </a:schemeClr>
                  </a:solidFill>
                </a:rPr>
                <a:t>more organized and efficient</a:t>
              </a:r>
              <a:r>
                <a:rPr lang="en-IN" sz="2000" dirty="0">
                  <a:solidFill>
                    <a:schemeClr val="bg1">
                      <a:lumMod val="75000"/>
                    </a:schemeClr>
                  </a:solidFill>
                </a:rPr>
                <a:t> way to manage medicine records, stock quantities, and inventory information.</a:t>
              </a:r>
              <a:endParaRPr sz="2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245" name="Google Shape;245;p7"/>
          <p:cNvSpPr txBox="1"/>
          <p:nvPr/>
        </p:nvSpPr>
        <p:spPr>
          <a:xfrm>
            <a:off x="666750" y="800100"/>
            <a:ext cx="169545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Measurable Outcomes and Positive Impact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0146AD-6BCD-55D4-B889-66BA131C9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50" y="3352800"/>
            <a:ext cx="5448301" cy="3581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5B5FF9-E44A-17F2-C9FA-66F9915CA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99" y="3352800"/>
            <a:ext cx="5325953" cy="3581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3B4731-5438-6278-A436-E1CD2C0E0D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53900" y="3352800"/>
            <a:ext cx="5608749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E9958F-7C7E-2A4B-B622-009C3B750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53" y="4966615"/>
            <a:ext cx="8679667" cy="51212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47B68E-A13F-E5FB-D474-DD088AFF6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5819" y="4966616"/>
            <a:ext cx="3961694" cy="5121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E4CE65-361D-9A4A-AA0F-A7E8FD8A0E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67479" y="4966616"/>
            <a:ext cx="3915938" cy="51212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55D7B7-0767-8DA8-2566-4449B4FAD6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5819" y="361334"/>
            <a:ext cx="8031733" cy="43747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462F10-FE1A-8745-01BF-78B9AFB4CD7B}"/>
              </a:ext>
            </a:extLst>
          </p:cNvPr>
          <p:cNvSpPr txBox="1"/>
          <p:nvPr/>
        </p:nvSpPr>
        <p:spPr>
          <a:xfrm>
            <a:off x="363326" y="2109020"/>
            <a:ext cx="907492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>
                    <a:lumMod val="75000"/>
                  </a:schemeClr>
                </a:solidFill>
              </a:rPr>
              <a:t>Outcomes Of MediStock</a:t>
            </a:r>
          </a:p>
          <a:p>
            <a:pPr algn="ctr"/>
            <a:endParaRPr lang="en-IN" sz="6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84A3E788-1948-DFE4-3489-B5E348D3F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7B50D48-4F92-A38A-819D-D98D0F393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32" y="353960"/>
            <a:ext cx="8686800" cy="37049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85E6659-FE63-537A-6B02-27987E9C5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0916" y="353960"/>
            <a:ext cx="8008375" cy="37049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E57CB19-1FA8-6C98-49C6-4FFD7A6E4D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32" y="4855637"/>
            <a:ext cx="8686800" cy="46664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867C122-5372-73D9-CBB6-92C8FBA8E9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0916" y="4855637"/>
            <a:ext cx="8008375" cy="466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362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FE1AF1F2-DF98-792D-1177-4720C15A2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ECB392-FACB-ED49-67EF-FAA2340FB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12" y="722669"/>
            <a:ext cx="8266472" cy="39968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697B77-0E78-7D78-D4E1-7DAB61231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3717" y="722669"/>
            <a:ext cx="7949379" cy="39968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502C66-82B4-5B46-B84B-DC8A1FCB9D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438" y="5143500"/>
            <a:ext cx="8273846" cy="44355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7B6BED-942A-FDF8-E0B7-57AC3F92B4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3717" y="5143500"/>
            <a:ext cx="7949378" cy="418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204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2224A2C9-C69F-F12E-6AE0-F5F2EBCF1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C6561D7-44F2-F619-A2C6-560DC2C60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98" y="693173"/>
            <a:ext cx="8516322" cy="42475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92E9DA-7C13-0D3F-14FE-AE9848A6D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9692" y="693173"/>
            <a:ext cx="7934631" cy="42475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155BD-9F27-5146-3B67-62B8AE4FD3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898" y="5479026"/>
            <a:ext cx="8516322" cy="42475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167717-CD94-7287-E660-4B111ACA4E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9691" y="5479026"/>
            <a:ext cx="7934631" cy="424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071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A338F152-B9C2-25C9-2265-A5922AEB8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2B2201-FD6D-73EE-2C00-58945AE9F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81" y="1191700"/>
            <a:ext cx="8657303" cy="75393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BC02F2-E134-95E8-702F-14E7A9E42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2929" y="1191700"/>
            <a:ext cx="7860890" cy="753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7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10"/>
          <p:cNvGrpSpPr/>
          <p:nvPr/>
        </p:nvGrpSpPr>
        <p:grpSpPr>
          <a:xfrm>
            <a:off x="12973435" y="7356938"/>
            <a:ext cx="4202924" cy="2066355"/>
            <a:chOff x="108361" y="-134385"/>
            <a:chExt cx="5603898" cy="2755139"/>
          </a:xfrm>
        </p:grpSpPr>
        <p:sp>
          <p:nvSpPr>
            <p:cNvPr id="285" name="Google Shape;285;p10"/>
            <p:cNvSpPr txBox="1"/>
            <p:nvPr/>
          </p:nvSpPr>
          <p:spPr>
            <a:xfrm>
              <a:off x="108361" y="-134385"/>
              <a:ext cx="5346600" cy="656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1600" b="1" dirty="0">
                  <a:solidFill>
                    <a:schemeClr val="bg1">
                      <a:lumMod val="75000"/>
                    </a:schemeClr>
                  </a:solidFill>
                </a:rPr>
                <a:t>Secure &amp; Efficient Inventory Management</a:t>
              </a:r>
              <a:endParaRPr sz="1600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86" name="Google Shape;286;p10"/>
            <p:cNvSpPr txBox="1"/>
            <p:nvPr/>
          </p:nvSpPr>
          <p:spPr>
            <a:xfrm>
              <a:off x="365659" y="650984"/>
              <a:ext cx="5346600" cy="19697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1600" dirty="0">
                  <a:solidFill>
                    <a:schemeClr val="bg1">
                      <a:lumMod val="75000"/>
                    </a:schemeClr>
                  </a:solidFill>
                </a:rPr>
                <a:t>MediStock streamlines medicine stock management through an organized and user-friendly inventory system.</a:t>
              </a:r>
              <a:br>
                <a:rPr lang="en-IN" sz="1600" dirty="0">
                  <a:solidFill>
                    <a:schemeClr val="bg1">
                      <a:lumMod val="75000"/>
                    </a:schemeClr>
                  </a:solidFill>
                </a:rPr>
              </a:br>
              <a:r>
                <a:rPr lang="en-IN" sz="1600" dirty="0">
                  <a:solidFill>
                    <a:schemeClr val="bg1">
                      <a:lumMod val="75000"/>
                    </a:schemeClr>
                  </a:solidFill>
                </a:rPr>
                <a:t>It maintains accurate inventory information while reducing manual effort and improving overall efficiency.</a:t>
              </a:r>
              <a:endParaRPr sz="16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" name="Google Shape;287;p10"/>
          <p:cNvGrpSpPr/>
          <p:nvPr/>
        </p:nvGrpSpPr>
        <p:grpSpPr>
          <a:xfrm>
            <a:off x="7276148" y="7356938"/>
            <a:ext cx="4009950" cy="1820133"/>
            <a:chOff x="182880" y="-145426"/>
            <a:chExt cx="5346600" cy="2426841"/>
          </a:xfrm>
        </p:grpSpPr>
        <p:sp>
          <p:nvSpPr>
            <p:cNvPr id="288" name="Google Shape;288;p10"/>
            <p:cNvSpPr txBox="1"/>
            <p:nvPr/>
          </p:nvSpPr>
          <p:spPr>
            <a:xfrm>
              <a:off x="182880" y="-145426"/>
              <a:ext cx="5346600" cy="3282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1600" b="1" dirty="0">
                  <a:solidFill>
                    <a:schemeClr val="bg1">
                      <a:lumMod val="75000"/>
                    </a:schemeClr>
                  </a:solidFill>
                </a:rPr>
                <a:t>Inventory Analytics for Better Insights</a:t>
              </a:r>
              <a:endParaRPr sz="1600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89" name="Google Shape;289;p10"/>
            <p:cNvSpPr txBox="1"/>
            <p:nvPr/>
          </p:nvSpPr>
          <p:spPr>
            <a:xfrm>
              <a:off x="182880" y="639942"/>
              <a:ext cx="5346600" cy="16414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1600" dirty="0">
                  <a:solidFill>
                    <a:schemeClr val="bg1">
                      <a:lumMod val="75000"/>
                    </a:schemeClr>
                  </a:solidFill>
                </a:rPr>
                <a:t>MediStock presents inventory information in a clear visual format for easier monitoring and understanding.</a:t>
              </a:r>
              <a:br>
                <a:rPr lang="en-IN" sz="1600" dirty="0">
                  <a:solidFill>
                    <a:schemeClr val="bg1">
                      <a:lumMod val="75000"/>
                    </a:schemeClr>
                  </a:solidFill>
                </a:rPr>
              </a:br>
              <a:r>
                <a:rPr lang="en-IN" sz="1600" dirty="0">
                  <a:solidFill>
                    <a:schemeClr val="bg1">
                      <a:lumMod val="75000"/>
                    </a:schemeClr>
                  </a:solidFill>
                </a:rPr>
                <a:t>It helps users review stock levels and identify inventory changes more efficiently.</a:t>
              </a:r>
              <a:endParaRPr sz="1490" i="0" u="none" strike="noStrike" cap="none" dirty="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" name="Google Shape;290;p10"/>
          <p:cNvGrpSpPr/>
          <p:nvPr/>
        </p:nvGrpSpPr>
        <p:grpSpPr>
          <a:xfrm>
            <a:off x="1059225" y="7289375"/>
            <a:ext cx="5055827" cy="2675604"/>
            <a:chOff x="-693504" y="49429"/>
            <a:chExt cx="7318800" cy="3567474"/>
          </a:xfrm>
        </p:grpSpPr>
        <p:sp>
          <p:nvSpPr>
            <p:cNvPr id="291" name="Google Shape;291;p10"/>
            <p:cNvSpPr txBox="1"/>
            <p:nvPr/>
          </p:nvSpPr>
          <p:spPr>
            <a:xfrm>
              <a:off x="-693504" y="49429"/>
              <a:ext cx="7318800" cy="656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1600" b="1" dirty="0">
                  <a:solidFill>
                    <a:schemeClr val="bg1">
                      <a:lumMod val="75000"/>
                    </a:schemeClr>
                  </a:solidFill>
                </a:rPr>
                <a:t>AI Recommendations for Enhanced Inventory Management</a:t>
              </a:r>
              <a:endParaRPr sz="1600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92" name="Google Shape;292;p10"/>
            <p:cNvSpPr txBox="1"/>
            <p:nvPr/>
          </p:nvSpPr>
          <p:spPr>
            <a:xfrm>
              <a:off x="237564" y="924883"/>
              <a:ext cx="5346600" cy="2692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1600" dirty="0">
                  <a:solidFill>
                    <a:schemeClr val="bg1">
                      <a:lumMod val="75000"/>
                    </a:schemeClr>
                  </a:solidFill>
                </a:rPr>
                <a:t>Smart Stock Insights: Use inventory data to identify stock trends and support better medicine management decisions. </a:t>
              </a:r>
            </a:p>
            <a:p>
              <a:pPr lvl="0" algn="ctr"/>
              <a:r>
                <a:rPr lang="en-IN" sz="1600" dirty="0">
                  <a:solidFill>
                    <a:schemeClr val="bg1">
                      <a:lumMod val="75000"/>
                    </a:schemeClr>
                  </a:solidFill>
                </a:rPr>
                <a:t>Intelligent Alerts: Provide timely notifications for important stock conditions and help users respond efficiently.</a:t>
              </a: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i="0" u="none" strike="noStrike" cap="none" dirty="0">
                <a:solidFill>
                  <a:schemeClr val="bg1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3" name="Google Shape;293;p10"/>
          <p:cNvSpPr txBox="1"/>
          <p:nvPr/>
        </p:nvSpPr>
        <p:spPr>
          <a:xfrm>
            <a:off x="666750" y="800100"/>
            <a:ext cx="16954500" cy="107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Future Enhancements Of </a:t>
            </a:r>
            <a:r>
              <a:rPr lang="en-US" sz="6999" b="1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MediStock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89456-C1E6-F922-C901-4FCCD4C44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3352799"/>
            <a:ext cx="5673090" cy="3581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B311FE-5B89-1ECF-3FB8-A8DED6D8F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761" y="3352799"/>
            <a:ext cx="5318760" cy="3581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752C3A-99BE-0FCD-F695-C83E7D2078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0630" y="3352798"/>
            <a:ext cx="5735409" cy="358140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 txBox="1"/>
          <p:nvPr/>
        </p:nvSpPr>
        <p:spPr>
          <a:xfrm>
            <a:off x="2848950" y="1560600"/>
            <a:ext cx="12590100" cy="1982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03" name="Google Shape;303;p11"/>
          <p:cNvSpPr txBox="1"/>
          <p:nvPr/>
        </p:nvSpPr>
        <p:spPr>
          <a:xfrm>
            <a:off x="10781619" y="5508223"/>
            <a:ext cx="5746056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</p:txBody>
      </p:sp>
      <p:sp>
        <p:nvSpPr>
          <p:cNvPr id="305" name="Google Shape;305;p11"/>
          <p:cNvSpPr txBox="1"/>
          <p:nvPr/>
        </p:nvSpPr>
        <p:spPr>
          <a:xfrm>
            <a:off x="2092246" y="6871165"/>
            <a:ext cx="5746056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</p:txBody>
      </p:sp>
      <p:sp>
        <p:nvSpPr>
          <p:cNvPr id="306" name="Google Shape;306;p11"/>
          <p:cNvSpPr txBox="1"/>
          <p:nvPr/>
        </p:nvSpPr>
        <p:spPr>
          <a:xfrm>
            <a:off x="10781619" y="4145280"/>
            <a:ext cx="57462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</p:txBody>
      </p:sp>
      <p:sp>
        <p:nvSpPr>
          <p:cNvPr id="307" name="Google Shape;307;p11"/>
          <p:cNvSpPr txBox="1"/>
          <p:nvPr/>
        </p:nvSpPr>
        <p:spPr>
          <a:xfrm>
            <a:off x="10781619" y="6871165"/>
            <a:ext cx="5746056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C5B23A-32C5-8DA6-C5E6-AF0CEF5458C8}"/>
              </a:ext>
            </a:extLst>
          </p:cNvPr>
          <p:cNvSpPr txBox="1"/>
          <p:nvPr/>
        </p:nvSpPr>
        <p:spPr>
          <a:xfrm>
            <a:off x="6460755" y="4025870"/>
            <a:ext cx="45704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Anil Upputuri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4EBC1-58AA-074A-6B4E-0F67104500DA}"/>
              </a:ext>
            </a:extLst>
          </p:cNvPr>
          <p:cNvSpPr txBox="1"/>
          <p:nvPr/>
        </p:nvSpPr>
        <p:spPr>
          <a:xfrm>
            <a:off x="5806440" y="5471160"/>
            <a:ext cx="6224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Chekkili UshaSree</a:t>
            </a:r>
            <a:endParaRPr lang="en-IN" sz="54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C14DA9-F606-4B03-2EFC-597D8F6BFF1C}"/>
              </a:ext>
            </a:extLst>
          </p:cNvPr>
          <p:cNvSpPr txBox="1"/>
          <p:nvPr/>
        </p:nvSpPr>
        <p:spPr>
          <a:xfrm>
            <a:off x="6037272" y="6957084"/>
            <a:ext cx="57631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Chandur Supriya</a:t>
            </a:r>
            <a:endParaRPr lang="en-IN" sz="5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"/>
          <p:cNvSpPr txBox="1"/>
          <p:nvPr/>
        </p:nvSpPr>
        <p:spPr>
          <a:xfrm>
            <a:off x="3480181" y="1264697"/>
            <a:ext cx="118443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Presentation Video...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29604-B12E-A8AE-CC3D-0FBF5AF30784}"/>
              </a:ext>
            </a:extLst>
          </p:cNvPr>
          <p:cNvSpPr txBox="1"/>
          <p:nvPr/>
        </p:nvSpPr>
        <p:spPr>
          <a:xfrm>
            <a:off x="3982298" y="3820061"/>
            <a:ext cx="110760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>
                    <a:lumMod val="75000"/>
                  </a:schemeClr>
                </a:solidFill>
                <a:hlinkClick r:id="rId3"/>
              </a:rPr>
              <a:t>https://drive.google.com/file/d/1k7EpoDi8cXpbXP86h3MRU2nQAyO9_sjS/view?usp=sharing</a:t>
            </a:r>
            <a:endParaRPr lang="en-IN" sz="4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 txBox="1"/>
          <p:nvPr/>
        </p:nvSpPr>
        <p:spPr>
          <a:xfrm>
            <a:off x="4028300" y="3286300"/>
            <a:ext cx="96318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 n A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"/>
          <p:cNvSpPr/>
          <p:nvPr/>
        </p:nvSpPr>
        <p:spPr>
          <a:xfrm>
            <a:off x="9296400" y="-103861"/>
            <a:ext cx="9198063" cy="10494722"/>
          </a:xfrm>
          <a:custGeom>
            <a:avLst/>
            <a:gdLst/>
            <a:ahLst/>
            <a:cxnLst/>
            <a:rect l="l" t="t" r="r" b="b"/>
            <a:pathLst>
              <a:path w="1425021" h="1625907" extrusionOk="0">
                <a:moveTo>
                  <a:pt x="0" y="0"/>
                </a:moveTo>
                <a:lnTo>
                  <a:pt x="1425021" y="0"/>
                </a:lnTo>
                <a:lnTo>
                  <a:pt x="1425021" y="1625907"/>
                </a:lnTo>
                <a:lnTo>
                  <a:pt x="0" y="162590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3" b="-153"/>
            </a:stretch>
          </a:blipFill>
          <a:ln w="19050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24" name="Google Shape;324;p14"/>
          <p:cNvSpPr txBox="1"/>
          <p:nvPr/>
        </p:nvSpPr>
        <p:spPr>
          <a:xfrm>
            <a:off x="6361866" y="3825567"/>
            <a:ext cx="8662833" cy="104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58" b="0" i="0" u="none" strike="noStrike" cap="none">
                <a:solidFill>
                  <a:srgbClr val="55D0FA"/>
                </a:solidFill>
                <a:latin typeface="Arial"/>
                <a:ea typeface="Arial"/>
                <a:cs typeface="Arial"/>
                <a:sym typeface="Arial"/>
              </a:rPr>
              <a:t>Thank</a:t>
            </a:r>
            <a:r>
              <a:rPr lang="en-US" sz="7858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7858" b="0" i="0" u="none" strike="noStrike" cap="none">
                <a:solidFill>
                  <a:srgbClr val="1A1F4A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r>
              <a:rPr lang="en-US" sz="7858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325" name="Google Shape;325;p14"/>
          <p:cNvGrpSpPr/>
          <p:nvPr/>
        </p:nvGrpSpPr>
        <p:grpSpPr>
          <a:xfrm rot="10800000">
            <a:off x="7289918" y="6934200"/>
            <a:ext cx="3479615" cy="4601348"/>
            <a:chOff x="-101668" y="-102347"/>
            <a:chExt cx="4639486" cy="6135131"/>
          </a:xfrm>
        </p:grpSpPr>
        <p:grpSp>
          <p:nvGrpSpPr>
            <p:cNvPr id="326" name="Google Shape;326;p14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327" name="Google Shape;327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9" name="Google Shape;329;p1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330" name="Google Shape;330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535E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801</Words>
  <Application>Microsoft Office PowerPoint</Application>
  <PresentationFormat>Custom</PresentationFormat>
  <Paragraphs>102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Trochut</vt:lpstr>
      <vt:lpstr>Bricolage Grotesque</vt:lpstr>
      <vt:lpstr>Bricolage Grotesque SemiBold</vt:lpstr>
      <vt:lpstr>Arial</vt:lpstr>
      <vt:lpstr>Times</vt:lpstr>
      <vt:lpstr>Arimo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chand</dc:creator>
  <cp:lastModifiedBy>chandursupriya123@gmail.com</cp:lastModifiedBy>
  <cp:revision>32</cp:revision>
  <dcterms:created xsi:type="dcterms:W3CDTF">2006-08-16T00:00:00Z</dcterms:created>
  <dcterms:modified xsi:type="dcterms:W3CDTF">2026-09-19T14:36:49Z</dcterms:modified>
</cp:coreProperties>
</file>